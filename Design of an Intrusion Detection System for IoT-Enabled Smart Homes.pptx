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Darker Grotesque Medium"/>
      <p:regular r:id="rId29"/>
      <p:bold r:id="rId30"/>
    </p:embeddedFont>
    <p:embeddedFont>
      <p:font typeface="Darker Grotesque"/>
      <p:regular r:id="rId31"/>
      <p:bold r:id="rId32"/>
    </p:embeddedFont>
    <p:embeddedFont>
      <p:font typeface="Archiv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arkerGrotesqueMedium-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arkerGrotesque-regular.fntdata"/><Relationship Id="rId30" Type="http://schemas.openxmlformats.org/officeDocument/2006/relationships/font" Target="fonts/DarkerGrotesqueMedium-bold.fntdata"/><Relationship Id="rId11" Type="http://schemas.openxmlformats.org/officeDocument/2006/relationships/slide" Target="slides/slide6.xml"/><Relationship Id="rId33" Type="http://schemas.openxmlformats.org/officeDocument/2006/relationships/font" Target="fonts/Archivo-regular.fntdata"/><Relationship Id="rId10" Type="http://schemas.openxmlformats.org/officeDocument/2006/relationships/slide" Target="slides/slide5.xml"/><Relationship Id="rId32" Type="http://schemas.openxmlformats.org/officeDocument/2006/relationships/font" Target="fonts/DarkerGrotesque-bold.fntdata"/><Relationship Id="rId13" Type="http://schemas.openxmlformats.org/officeDocument/2006/relationships/slide" Target="slides/slide8.xml"/><Relationship Id="rId35" Type="http://schemas.openxmlformats.org/officeDocument/2006/relationships/font" Target="fonts/Archivo-italic.fntdata"/><Relationship Id="rId12" Type="http://schemas.openxmlformats.org/officeDocument/2006/relationships/slide" Target="slides/slide7.xml"/><Relationship Id="rId34" Type="http://schemas.openxmlformats.org/officeDocument/2006/relationships/font" Target="fonts/Archivo-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Archiv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2d445942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2d445942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2d4459424b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2d4459424b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2d4459424b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2d4459424b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2d4459424b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2d4459424b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2d4459424b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2d4459424b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498218547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498218547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498218547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498218547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2d4459424b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2d4459424b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2d4459424b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2d4459424b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2d4459424b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2d4459424b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2d4459424b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2d4459424b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498218547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498218547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498218547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498218547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498218547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498218547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4982185472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4982185472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498218547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498218547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2d4459424b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2d4459424b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2d4459424b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2d4459424b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2d4459424b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2d4459424b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2d4459424b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2d4459424b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4982185472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4982185472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4982185472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4982185472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2d4459424b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2d4459424b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lt1"/>
        </a:solidFill>
      </p:bgPr>
    </p:bg>
    <p:spTree>
      <p:nvGrpSpPr>
        <p:cNvPr id="8" name="Shape 8"/>
        <p:cNvGrpSpPr/>
        <p:nvPr/>
      </p:nvGrpSpPr>
      <p:grpSpPr>
        <a:xfrm>
          <a:off x="0" y="0"/>
          <a:ext cx="0" cy="0"/>
          <a:chOff x="0" y="0"/>
          <a:chExt cx="0" cy="0"/>
        </a:xfrm>
      </p:grpSpPr>
      <p:sp>
        <p:nvSpPr>
          <p:cNvPr id="9" name="Google Shape;9;p2"/>
          <p:cNvSpPr txBox="1"/>
          <p:nvPr>
            <p:ph type="title"/>
          </p:nvPr>
        </p:nvSpPr>
        <p:spPr>
          <a:xfrm>
            <a:off x="114300" y="92175"/>
            <a:ext cx="8915400" cy="2353800"/>
          </a:xfrm>
          <a:prstGeom prst="rect">
            <a:avLst/>
          </a:prstGeom>
        </p:spPr>
        <p:txBody>
          <a:bodyPr anchorCtr="0" anchor="t" bIns="91425" lIns="91425" spcFirstLastPara="1" rIns="91425" wrap="square" tIns="91425">
            <a:noAutofit/>
          </a:bodyPr>
          <a:lstStyle>
            <a:lvl1pPr lvl="0">
              <a:spcBef>
                <a:spcPts val="0"/>
              </a:spcBef>
              <a:spcAft>
                <a:spcPts val="0"/>
              </a:spcAft>
              <a:buSzPts val="15900"/>
              <a:buNone/>
              <a:defRPr sz="15900"/>
            </a:lvl1pPr>
            <a:lvl2pPr lvl="1">
              <a:spcBef>
                <a:spcPts val="0"/>
              </a:spcBef>
              <a:spcAft>
                <a:spcPts val="0"/>
              </a:spcAft>
              <a:buSzPts val="15900"/>
              <a:buNone/>
              <a:defRPr sz="15900"/>
            </a:lvl2pPr>
            <a:lvl3pPr lvl="2">
              <a:spcBef>
                <a:spcPts val="0"/>
              </a:spcBef>
              <a:spcAft>
                <a:spcPts val="0"/>
              </a:spcAft>
              <a:buSzPts val="15900"/>
              <a:buNone/>
              <a:defRPr sz="15900"/>
            </a:lvl3pPr>
            <a:lvl4pPr lvl="3">
              <a:spcBef>
                <a:spcPts val="0"/>
              </a:spcBef>
              <a:spcAft>
                <a:spcPts val="0"/>
              </a:spcAft>
              <a:buSzPts val="15900"/>
              <a:buNone/>
              <a:defRPr sz="15900"/>
            </a:lvl4pPr>
            <a:lvl5pPr lvl="4">
              <a:spcBef>
                <a:spcPts val="0"/>
              </a:spcBef>
              <a:spcAft>
                <a:spcPts val="0"/>
              </a:spcAft>
              <a:buSzPts val="15900"/>
              <a:buNone/>
              <a:defRPr sz="15900"/>
            </a:lvl5pPr>
            <a:lvl6pPr lvl="5">
              <a:spcBef>
                <a:spcPts val="0"/>
              </a:spcBef>
              <a:spcAft>
                <a:spcPts val="0"/>
              </a:spcAft>
              <a:buSzPts val="15900"/>
              <a:buNone/>
              <a:defRPr sz="15900"/>
            </a:lvl6pPr>
            <a:lvl7pPr lvl="6">
              <a:spcBef>
                <a:spcPts val="0"/>
              </a:spcBef>
              <a:spcAft>
                <a:spcPts val="0"/>
              </a:spcAft>
              <a:buSzPts val="15900"/>
              <a:buNone/>
              <a:defRPr sz="15900"/>
            </a:lvl7pPr>
            <a:lvl8pPr lvl="7">
              <a:spcBef>
                <a:spcPts val="0"/>
              </a:spcBef>
              <a:spcAft>
                <a:spcPts val="0"/>
              </a:spcAft>
              <a:buSzPts val="15900"/>
              <a:buNone/>
              <a:defRPr sz="15900"/>
            </a:lvl8pPr>
            <a:lvl9pPr lvl="8">
              <a:spcBef>
                <a:spcPts val="0"/>
              </a:spcBef>
              <a:spcAft>
                <a:spcPts val="0"/>
              </a:spcAft>
              <a:buSzPts val="15900"/>
              <a:buNone/>
              <a:defRPr sz="15900"/>
            </a:lvl9pPr>
          </a:lstStyle>
          <a:p/>
        </p:txBody>
      </p:sp>
      <p:sp>
        <p:nvSpPr>
          <p:cNvPr id="10" name="Google Shape;10;p2"/>
          <p:cNvSpPr/>
          <p:nvPr/>
        </p:nvSpPr>
        <p:spPr>
          <a:xfrm>
            <a:off x="4249625" y="3488450"/>
            <a:ext cx="4665900" cy="1431600"/>
          </a:xfrm>
          <a:prstGeom prst="roundRect">
            <a:avLst>
              <a:gd fmla="val 8852"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 name="Google Shape;11;p2"/>
          <p:cNvSpPr txBox="1"/>
          <p:nvPr>
            <p:ph idx="2" type="title"/>
          </p:nvPr>
        </p:nvSpPr>
        <p:spPr>
          <a:xfrm>
            <a:off x="4637775" y="3665450"/>
            <a:ext cx="4041000" cy="1254600"/>
          </a:xfrm>
          <a:prstGeom prst="rect">
            <a:avLst/>
          </a:prstGeom>
        </p:spPr>
        <p:txBody>
          <a:bodyPr anchorCtr="0" anchor="b" bIns="91425" lIns="91425" spcFirstLastPara="1" rIns="91425" wrap="square" tIns="91425">
            <a:normAutofit/>
          </a:bodyPr>
          <a:lstStyle>
            <a:lvl1pPr lvl="0">
              <a:spcBef>
                <a:spcPts val="0"/>
              </a:spcBef>
              <a:spcAft>
                <a:spcPts val="0"/>
              </a:spcAft>
              <a:buSzPts val="7000"/>
              <a:buNone/>
              <a:defRPr sz="7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type="secHead">
  <p:cSld name="SECTION_HEADER">
    <p:bg>
      <p:bgPr>
        <a:solidFill>
          <a:schemeClr val="lt2"/>
        </a:solidFill>
      </p:bgPr>
    </p:bg>
    <p:spTree>
      <p:nvGrpSpPr>
        <p:cNvPr id="12" name="Shape 12"/>
        <p:cNvGrpSpPr/>
        <p:nvPr/>
      </p:nvGrpSpPr>
      <p:grpSpPr>
        <a:xfrm>
          <a:off x="0" y="0"/>
          <a:ext cx="0" cy="0"/>
          <a:chOff x="0" y="0"/>
          <a:chExt cx="0" cy="0"/>
        </a:xfrm>
      </p:grpSpPr>
      <p:sp>
        <p:nvSpPr>
          <p:cNvPr id="13" name="Google Shape;13;p3"/>
          <p:cNvSpPr/>
          <p:nvPr/>
        </p:nvSpPr>
        <p:spPr>
          <a:xfrm>
            <a:off x="228600" y="223625"/>
            <a:ext cx="6299100" cy="4691700"/>
          </a:xfrm>
          <a:prstGeom prst="roundRect">
            <a:avLst>
              <a:gd fmla="val 3982"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 name="Google Shape;14;p3"/>
          <p:cNvSpPr/>
          <p:nvPr/>
        </p:nvSpPr>
        <p:spPr>
          <a:xfrm>
            <a:off x="8378775" y="223500"/>
            <a:ext cx="536700" cy="4696500"/>
          </a:xfrm>
          <a:prstGeom prst="roundRect">
            <a:avLst>
              <a:gd fmla="val 30566"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 name="Google Shape;15;p3"/>
          <p:cNvSpPr/>
          <p:nvPr>
            <p:ph idx="2" type="pic"/>
          </p:nvPr>
        </p:nvSpPr>
        <p:spPr>
          <a:xfrm>
            <a:off x="6702550" y="228300"/>
            <a:ext cx="1501500" cy="4691700"/>
          </a:xfrm>
          <a:prstGeom prst="roundRect">
            <a:avLst>
              <a:gd fmla="val 16667" name="adj"/>
            </a:avLst>
          </a:prstGeom>
          <a:noFill/>
          <a:ln>
            <a:noFill/>
          </a:ln>
        </p:spPr>
      </p:sp>
      <p:sp>
        <p:nvSpPr>
          <p:cNvPr id="16" name="Google Shape;16;p3"/>
          <p:cNvSpPr txBox="1"/>
          <p:nvPr>
            <p:ph type="title"/>
          </p:nvPr>
        </p:nvSpPr>
        <p:spPr>
          <a:xfrm>
            <a:off x="409800" y="2743200"/>
            <a:ext cx="5648100" cy="24003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5000"/>
              <a:buFont typeface="Darker Grotesque Medium"/>
              <a:buNone/>
              <a:defRPr b="0" sz="35000">
                <a:solidFill>
                  <a:schemeClr val="lt1"/>
                </a:solidFill>
                <a:latin typeface="Darker Grotesque Medium"/>
                <a:ea typeface="Darker Grotesque Medium"/>
                <a:cs typeface="Darker Grotesque Medium"/>
                <a:sym typeface="Darker Grotesque Medium"/>
              </a:defRPr>
            </a:lvl1pPr>
            <a:lvl2pPr lvl="1">
              <a:spcBef>
                <a:spcPts val="0"/>
              </a:spcBef>
              <a:spcAft>
                <a:spcPts val="0"/>
              </a:spcAft>
              <a:buClr>
                <a:schemeClr val="lt1"/>
              </a:buClr>
              <a:buSzPts val="35000"/>
              <a:buNone/>
              <a:defRPr sz="35000">
                <a:solidFill>
                  <a:schemeClr val="lt1"/>
                </a:solidFill>
              </a:defRPr>
            </a:lvl2pPr>
            <a:lvl3pPr lvl="2">
              <a:spcBef>
                <a:spcPts val="0"/>
              </a:spcBef>
              <a:spcAft>
                <a:spcPts val="0"/>
              </a:spcAft>
              <a:buClr>
                <a:schemeClr val="lt1"/>
              </a:buClr>
              <a:buSzPts val="35000"/>
              <a:buNone/>
              <a:defRPr sz="35000">
                <a:solidFill>
                  <a:schemeClr val="lt1"/>
                </a:solidFill>
              </a:defRPr>
            </a:lvl3pPr>
            <a:lvl4pPr lvl="3">
              <a:spcBef>
                <a:spcPts val="0"/>
              </a:spcBef>
              <a:spcAft>
                <a:spcPts val="0"/>
              </a:spcAft>
              <a:buClr>
                <a:schemeClr val="lt1"/>
              </a:buClr>
              <a:buSzPts val="35000"/>
              <a:buNone/>
              <a:defRPr sz="35000">
                <a:solidFill>
                  <a:schemeClr val="lt1"/>
                </a:solidFill>
              </a:defRPr>
            </a:lvl4pPr>
            <a:lvl5pPr lvl="4">
              <a:spcBef>
                <a:spcPts val="0"/>
              </a:spcBef>
              <a:spcAft>
                <a:spcPts val="0"/>
              </a:spcAft>
              <a:buClr>
                <a:schemeClr val="lt1"/>
              </a:buClr>
              <a:buSzPts val="35000"/>
              <a:buNone/>
              <a:defRPr sz="35000">
                <a:solidFill>
                  <a:schemeClr val="lt1"/>
                </a:solidFill>
              </a:defRPr>
            </a:lvl5pPr>
            <a:lvl6pPr lvl="5">
              <a:spcBef>
                <a:spcPts val="0"/>
              </a:spcBef>
              <a:spcAft>
                <a:spcPts val="0"/>
              </a:spcAft>
              <a:buClr>
                <a:schemeClr val="lt1"/>
              </a:buClr>
              <a:buSzPts val="35000"/>
              <a:buNone/>
              <a:defRPr sz="35000">
                <a:solidFill>
                  <a:schemeClr val="lt1"/>
                </a:solidFill>
              </a:defRPr>
            </a:lvl6pPr>
            <a:lvl7pPr lvl="6">
              <a:spcBef>
                <a:spcPts val="0"/>
              </a:spcBef>
              <a:spcAft>
                <a:spcPts val="0"/>
              </a:spcAft>
              <a:buClr>
                <a:schemeClr val="lt1"/>
              </a:buClr>
              <a:buSzPts val="35000"/>
              <a:buNone/>
              <a:defRPr sz="35000">
                <a:solidFill>
                  <a:schemeClr val="lt1"/>
                </a:solidFill>
              </a:defRPr>
            </a:lvl7pPr>
            <a:lvl8pPr lvl="7">
              <a:spcBef>
                <a:spcPts val="0"/>
              </a:spcBef>
              <a:spcAft>
                <a:spcPts val="0"/>
              </a:spcAft>
              <a:buClr>
                <a:schemeClr val="lt1"/>
              </a:buClr>
              <a:buSzPts val="35000"/>
              <a:buNone/>
              <a:defRPr sz="35000">
                <a:solidFill>
                  <a:schemeClr val="lt1"/>
                </a:solidFill>
              </a:defRPr>
            </a:lvl8pPr>
            <a:lvl9pPr lvl="8">
              <a:spcBef>
                <a:spcPts val="0"/>
              </a:spcBef>
              <a:spcAft>
                <a:spcPts val="0"/>
              </a:spcAft>
              <a:buClr>
                <a:schemeClr val="lt1"/>
              </a:buClr>
              <a:buSzPts val="35000"/>
              <a:buNone/>
              <a:defRPr sz="35000">
                <a:solidFill>
                  <a:schemeClr val="lt1"/>
                </a:solidFill>
              </a:defRPr>
            </a:lvl9pPr>
          </a:lstStyle>
          <a:p/>
        </p:txBody>
      </p:sp>
      <p:sp>
        <p:nvSpPr>
          <p:cNvPr id="17" name="Google Shape;17;p3"/>
          <p:cNvSpPr txBox="1"/>
          <p:nvPr>
            <p:ph idx="1" type="subTitle"/>
          </p:nvPr>
        </p:nvSpPr>
        <p:spPr>
          <a:xfrm>
            <a:off x="351400" y="314425"/>
            <a:ext cx="4283400" cy="305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rchivo"/>
              <a:buNone/>
              <a:defRPr b="0" sz="1400">
                <a:solidFill>
                  <a:schemeClr val="lt1"/>
                </a:solidFill>
                <a:latin typeface="Archivo"/>
                <a:ea typeface="Archivo"/>
                <a:cs typeface="Archivo"/>
                <a:sym typeface="Archivo"/>
              </a:defRPr>
            </a:lvl1pPr>
            <a:lvl2pPr lvl="1">
              <a:spcBef>
                <a:spcPts val="0"/>
              </a:spcBef>
              <a:spcAft>
                <a:spcPts val="0"/>
              </a:spcAft>
              <a:buSzPts val="1400"/>
              <a:buFont typeface="Archivo"/>
              <a:buNone/>
              <a:defRPr>
                <a:latin typeface="Archivo"/>
                <a:ea typeface="Archivo"/>
                <a:cs typeface="Archivo"/>
                <a:sym typeface="Archivo"/>
              </a:defRPr>
            </a:lvl2pPr>
            <a:lvl3pPr lvl="2">
              <a:spcBef>
                <a:spcPts val="0"/>
              </a:spcBef>
              <a:spcAft>
                <a:spcPts val="0"/>
              </a:spcAft>
              <a:buSzPts val="1400"/>
              <a:buFont typeface="Archivo"/>
              <a:buNone/>
              <a:defRPr>
                <a:latin typeface="Archivo"/>
                <a:ea typeface="Archivo"/>
                <a:cs typeface="Archivo"/>
                <a:sym typeface="Archivo"/>
              </a:defRPr>
            </a:lvl3pPr>
            <a:lvl4pPr lvl="3">
              <a:spcBef>
                <a:spcPts val="0"/>
              </a:spcBef>
              <a:spcAft>
                <a:spcPts val="0"/>
              </a:spcAft>
              <a:buSzPts val="1400"/>
              <a:buFont typeface="Archivo"/>
              <a:buNone/>
              <a:defRPr>
                <a:latin typeface="Archivo"/>
                <a:ea typeface="Archivo"/>
                <a:cs typeface="Archivo"/>
                <a:sym typeface="Archivo"/>
              </a:defRPr>
            </a:lvl4pPr>
            <a:lvl5pPr lvl="4">
              <a:spcBef>
                <a:spcPts val="0"/>
              </a:spcBef>
              <a:spcAft>
                <a:spcPts val="0"/>
              </a:spcAft>
              <a:buSzPts val="1400"/>
              <a:buFont typeface="Archivo"/>
              <a:buNone/>
              <a:defRPr>
                <a:latin typeface="Archivo"/>
                <a:ea typeface="Archivo"/>
                <a:cs typeface="Archivo"/>
                <a:sym typeface="Archivo"/>
              </a:defRPr>
            </a:lvl5pPr>
            <a:lvl6pPr lvl="5">
              <a:spcBef>
                <a:spcPts val="0"/>
              </a:spcBef>
              <a:spcAft>
                <a:spcPts val="0"/>
              </a:spcAft>
              <a:buSzPts val="1400"/>
              <a:buFont typeface="Archivo"/>
              <a:buNone/>
              <a:defRPr>
                <a:latin typeface="Archivo"/>
                <a:ea typeface="Archivo"/>
                <a:cs typeface="Archivo"/>
                <a:sym typeface="Archivo"/>
              </a:defRPr>
            </a:lvl6pPr>
            <a:lvl7pPr lvl="6">
              <a:spcBef>
                <a:spcPts val="0"/>
              </a:spcBef>
              <a:spcAft>
                <a:spcPts val="0"/>
              </a:spcAft>
              <a:buSzPts val="1400"/>
              <a:buFont typeface="Archivo"/>
              <a:buNone/>
              <a:defRPr>
                <a:latin typeface="Archivo"/>
                <a:ea typeface="Archivo"/>
                <a:cs typeface="Archivo"/>
                <a:sym typeface="Archivo"/>
              </a:defRPr>
            </a:lvl7pPr>
            <a:lvl8pPr lvl="7">
              <a:spcBef>
                <a:spcPts val="0"/>
              </a:spcBef>
              <a:spcAft>
                <a:spcPts val="0"/>
              </a:spcAft>
              <a:buSzPts val="1400"/>
              <a:buFont typeface="Archivo"/>
              <a:buNone/>
              <a:defRPr>
                <a:latin typeface="Archivo"/>
                <a:ea typeface="Archivo"/>
                <a:cs typeface="Archivo"/>
                <a:sym typeface="Archivo"/>
              </a:defRPr>
            </a:lvl8pPr>
            <a:lvl9pPr lvl="8">
              <a:spcBef>
                <a:spcPts val="0"/>
              </a:spcBef>
              <a:spcAft>
                <a:spcPts val="0"/>
              </a:spcAft>
              <a:buSzPts val="1400"/>
              <a:buFont typeface="Archivo"/>
              <a:buNone/>
              <a:defRPr>
                <a:latin typeface="Archivo"/>
                <a:ea typeface="Archivo"/>
                <a:cs typeface="Archivo"/>
                <a:sym typeface="Archiv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Objective" type="tx">
  <p:cSld name="TITLE_AND_BODY">
    <p:bg>
      <p:bgPr>
        <a:solidFill>
          <a:schemeClr val="lt1"/>
        </a:solidFill>
      </p:bgPr>
    </p:bg>
    <p:spTree>
      <p:nvGrpSpPr>
        <p:cNvPr id="18" name="Shape 18"/>
        <p:cNvGrpSpPr/>
        <p:nvPr/>
      </p:nvGrpSpPr>
      <p:grpSpPr>
        <a:xfrm>
          <a:off x="0" y="0"/>
          <a:ext cx="0" cy="0"/>
          <a:chOff x="0" y="0"/>
          <a:chExt cx="0" cy="0"/>
        </a:xfrm>
      </p:grpSpPr>
      <p:sp>
        <p:nvSpPr>
          <p:cNvPr id="19" name="Google Shape;19;p4"/>
          <p:cNvSpPr/>
          <p:nvPr/>
        </p:nvSpPr>
        <p:spPr>
          <a:xfrm>
            <a:off x="228600" y="223625"/>
            <a:ext cx="2857500" cy="2259300"/>
          </a:xfrm>
          <a:prstGeom prst="roundRect">
            <a:avLst>
              <a:gd fmla="val 691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 name="Google Shape;20;p4"/>
          <p:cNvSpPr/>
          <p:nvPr/>
        </p:nvSpPr>
        <p:spPr>
          <a:xfrm>
            <a:off x="228600" y="2604950"/>
            <a:ext cx="4286100" cy="2045700"/>
          </a:xfrm>
          <a:prstGeom prst="roundRect">
            <a:avLst>
              <a:gd fmla="val 9454"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 name="Google Shape;21;p4"/>
          <p:cNvSpPr/>
          <p:nvPr>
            <p:ph idx="2" type="pic"/>
          </p:nvPr>
        </p:nvSpPr>
        <p:spPr>
          <a:xfrm>
            <a:off x="4629150" y="2604950"/>
            <a:ext cx="4286100" cy="2042100"/>
          </a:xfrm>
          <a:prstGeom prst="roundRect">
            <a:avLst>
              <a:gd fmla="val 10953" name="adj"/>
            </a:avLst>
          </a:prstGeom>
          <a:noFill/>
          <a:ln>
            <a:noFill/>
          </a:ln>
        </p:spPr>
      </p:sp>
      <p:sp>
        <p:nvSpPr>
          <p:cNvPr id="22" name="Google Shape;22;p4"/>
          <p:cNvSpPr txBox="1"/>
          <p:nvPr>
            <p:ph idx="1" type="subTitle"/>
          </p:nvPr>
        </p:nvSpPr>
        <p:spPr>
          <a:xfrm>
            <a:off x="291900" y="1260225"/>
            <a:ext cx="2550000" cy="4029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3" type="body"/>
          </p:nvPr>
        </p:nvSpPr>
        <p:spPr>
          <a:xfrm>
            <a:off x="291900" y="1663200"/>
            <a:ext cx="2737800" cy="681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 name="Google Shape;24;p4"/>
          <p:cNvSpPr txBox="1"/>
          <p:nvPr>
            <p:ph idx="4" type="subTitle"/>
          </p:nvPr>
        </p:nvSpPr>
        <p:spPr>
          <a:xfrm>
            <a:off x="291900" y="267300"/>
            <a:ext cx="2419800" cy="447000"/>
          </a:xfrm>
          <a:prstGeom prst="rect">
            <a:avLst/>
          </a:prstGeom>
        </p:spPr>
        <p:txBody>
          <a:bodyPr anchorCtr="0" anchor="t" bIns="91425" lIns="91425" spcFirstLastPara="1" rIns="91425" wrap="square" tIns="91425">
            <a:noAutofit/>
          </a:bodyPr>
          <a:lstStyle>
            <a:lvl1pPr lvl="0">
              <a:lnSpc>
                <a:spcPct val="50000"/>
              </a:lnSpc>
              <a:spcBef>
                <a:spcPts val="0"/>
              </a:spcBef>
              <a:spcAft>
                <a:spcPts val="0"/>
              </a:spcAft>
              <a:buSzPts val="2400"/>
              <a:buNone/>
              <a:defRPr/>
            </a:lvl1pPr>
            <a:lvl2pPr lvl="1">
              <a:lnSpc>
                <a:spcPct val="50000"/>
              </a:lnSpc>
              <a:spcBef>
                <a:spcPts val="0"/>
              </a:spcBef>
              <a:spcAft>
                <a:spcPts val="0"/>
              </a:spcAft>
              <a:buSzPts val="1400"/>
              <a:buNone/>
              <a:defRPr/>
            </a:lvl2pPr>
            <a:lvl3pPr lvl="2">
              <a:lnSpc>
                <a:spcPct val="50000"/>
              </a:lnSpc>
              <a:spcBef>
                <a:spcPts val="0"/>
              </a:spcBef>
              <a:spcAft>
                <a:spcPts val="0"/>
              </a:spcAft>
              <a:buSzPts val="1400"/>
              <a:buNone/>
              <a:defRPr/>
            </a:lvl3pPr>
            <a:lvl4pPr lvl="3">
              <a:lnSpc>
                <a:spcPct val="50000"/>
              </a:lnSpc>
              <a:spcBef>
                <a:spcPts val="0"/>
              </a:spcBef>
              <a:spcAft>
                <a:spcPts val="0"/>
              </a:spcAft>
              <a:buSzPts val="1400"/>
              <a:buNone/>
              <a:defRPr/>
            </a:lvl4pPr>
            <a:lvl5pPr lvl="4">
              <a:lnSpc>
                <a:spcPct val="50000"/>
              </a:lnSpc>
              <a:spcBef>
                <a:spcPts val="0"/>
              </a:spcBef>
              <a:spcAft>
                <a:spcPts val="0"/>
              </a:spcAft>
              <a:buSzPts val="1400"/>
              <a:buNone/>
              <a:defRPr/>
            </a:lvl5pPr>
            <a:lvl6pPr lvl="5">
              <a:lnSpc>
                <a:spcPct val="50000"/>
              </a:lnSpc>
              <a:spcBef>
                <a:spcPts val="0"/>
              </a:spcBef>
              <a:spcAft>
                <a:spcPts val="0"/>
              </a:spcAft>
              <a:buSzPts val="1400"/>
              <a:buNone/>
              <a:defRPr/>
            </a:lvl6pPr>
            <a:lvl7pPr lvl="6">
              <a:lnSpc>
                <a:spcPct val="50000"/>
              </a:lnSpc>
              <a:spcBef>
                <a:spcPts val="0"/>
              </a:spcBef>
              <a:spcAft>
                <a:spcPts val="0"/>
              </a:spcAft>
              <a:buSzPts val="1400"/>
              <a:buNone/>
              <a:defRPr/>
            </a:lvl7pPr>
            <a:lvl8pPr lvl="7">
              <a:lnSpc>
                <a:spcPct val="50000"/>
              </a:lnSpc>
              <a:spcBef>
                <a:spcPts val="0"/>
              </a:spcBef>
              <a:spcAft>
                <a:spcPts val="0"/>
              </a:spcAft>
              <a:buSzPts val="1400"/>
              <a:buNone/>
              <a:defRPr/>
            </a:lvl8pPr>
            <a:lvl9pPr lvl="8">
              <a:lnSpc>
                <a:spcPct val="50000"/>
              </a:lnSpc>
              <a:spcBef>
                <a:spcPts val="0"/>
              </a:spcBef>
              <a:spcAft>
                <a:spcPts val="0"/>
              </a:spcAft>
              <a:buSzPts val="1400"/>
              <a:buNone/>
              <a:defRPr/>
            </a:lvl9pPr>
          </a:lstStyle>
          <a:p/>
        </p:txBody>
      </p:sp>
      <p:sp>
        <p:nvSpPr>
          <p:cNvPr id="25" name="Google Shape;25;p4"/>
          <p:cNvSpPr/>
          <p:nvPr/>
        </p:nvSpPr>
        <p:spPr>
          <a:xfrm>
            <a:off x="3205900" y="223625"/>
            <a:ext cx="2737800" cy="2259300"/>
          </a:xfrm>
          <a:prstGeom prst="roundRect">
            <a:avLst>
              <a:gd fmla="val 691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 name="Google Shape;26;p4"/>
          <p:cNvSpPr txBox="1"/>
          <p:nvPr>
            <p:ph idx="5" type="subTitle"/>
          </p:nvPr>
        </p:nvSpPr>
        <p:spPr>
          <a:xfrm>
            <a:off x="3266546" y="1260225"/>
            <a:ext cx="2443200" cy="4029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6" type="body"/>
          </p:nvPr>
        </p:nvSpPr>
        <p:spPr>
          <a:xfrm>
            <a:off x="3266550" y="1663200"/>
            <a:ext cx="2618700" cy="681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 name="Google Shape;28;p4"/>
          <p:cNvSpPr txBox="1"/>
          <p:nvPr>
            <p:ph idx="7" type="subTitle"/>
          </p:nvPr>
        </p:nvSpPr>
        <p:spPr>
          <a:xfrm>
            <a:off x="3266546" y="267300"/>
            <a:ext cx="2318400" cy="447000"/>
          </a:xfrm>
          <a:prstGeom prst="rect">
            <a:avLst/>
          </a:prstGeom>
        </p:spPr>
        <p:txBody>
          <a:bodyPr anchorCtr="0" anchor="t" bIns="91425" lIns="91425" spcFirstLastPara="1" rIns="91425" wrap="square" tIns="91425">
            <a:noAutofit/>
          </a:bodyPr>
          <a:lstStyle>
            <a:lvl1pPr lvl="0">
              <a:lnSpc>
                <a:spcPct val="50000"/>
              </a:lnSpc>
              <a:spcBef>
                <a:spcPts val="0"/>
              </a:spcBef>
              <a:spcAft>
                <a:spcPts val="0"/>
              </a:spcAft>
              <a:buSzPts val="2400"/>
              <a:buNone/>
              <a:defRPr/>
            </a:lvl1pPr>
            <a:lvl2pPr lvl="1">
              <a:lnSpc>
                <a:spcPct val="50000"/>
              </a:lnSpc>
              <a:spcBef>
                <a:spcPts val="0"/>
              </a:spcBef>
              <a:spcAft>
                <a:spcPts val="0"/>
              </a:spcAft>
              <a:buSzPts val="1400"/>
              <a:buNone/>
              <a:defRPr/>
            </a:lvl2pPr>
            <a:lvl3pPr lvl="2">
              <a:lnSpc>
                <a:spcPct val="50000"/>
              </a:lnSpc>
              <a:spcBef>
                <a:spcPts val="0"/>
              </a:spcBef>
              <a:spcAft>
                <a:spcPts val="0"/>
              </a:spcAft>
              <a:buSzPts val="1400"/>
              <a:buNone/>
              <a:defRPr/>
            </a:lvl3pPr>
            <a:lvl4pPr lvl="3">
              <a:lnSpc>
                <a:spcPct val="50000"/>
              </a:lnSpc>
              <a:spcBef>
                <a:spcPts val="0"/>
              </a:spcBef>
              <a:spcAft>
                <a:spcPts val="0"/>
              </a:spcAft>
              <a:buSzPts val="1400"/>
              <a:buNone/>
              <a:defRPr/>
            </a:lvl4pPr>
            <a:lvl5pPr lvl="4">
              <a:lnSpc>
                <a:spcPct val="50000"/>
              </a:lnSpc>
              <a:spcBef>
                <a:spcPts val="0"/>
              </a:spcBef>
              <a:spcAft>
                <a:spcPts val="0"/>
              </a:spcAft>
              <a:buSzPts val="1400"/>
              <a:buNone/>
              <a:defRPr/>
            </a:lvl5pPr>
            <a:lvl6pPr lvl="5">
              <a:lnSpc>
                <a:spcPct val="50000"/>
              </a:lnSpc>
              <a:spcBef>
                <a:spcPts val="0"/>
              </a:spcBef>
              <a:spcAft>
                <a:spcPts val="0"/>
              </a:spcAft>
              <a:buSzPts val="1400"/>
              <a:buNone/>
              <a:defRPr/>
            </a:lvl6pPr>
            <a:lvl7pPr lvl="6">
              <a:lnSpc>
                <a:spcPct val="50000"/>
              </a:lnSpc>
              <a:spcBef>
                <a:spcPts val="0"/>
              </a:spcBef>
              <a:spcAft>
                <a:spcPts val="0"/>
              </a:spcAft>
              <a:buSzPts val="1400"/>
              <a:buNone/>
              <a:defRPr/>
            </a:lvl7pPr>
            <a:lvl8pPr lvl="7">
              <a:lnSpc>
                <a:spcPct val="50000"/>
              </a:lnSpc>
              <a:spcBef>
                <a:spcPts val="0"/>
              </a:spcBef>
              <a:spcAft>
                <a:spcPts val="0"/>
              </a:spcAft>
              <a:buSzPts val="1400"/>
              <a:buNone/>
              <a:defRPr/>
            </a:lvl8pPr>
            <a:lvl9pPr lvl="8">
              <a:lnSpc>
                <a:spcPct val="50000"/>
              </a:lnSpc>
              <a:spcBef>
                <a:spcPts val="0"/>
              </a:spcBef>
              <a:spcAft>
                <a:spcPts val="0"/>
              </a:spcAft>
              <a:buSzPts val="1400"/>
              <a:buNone/>
              <a:defRPr/>
            </a:lvl9pPr>
          </a:lstStyle>
          <a:p/>
        </p:txBody>
      </p:sp>
      <p:sp>
        <p:nvSpPr>
          <p:cNvPr id="29" name="Google Shape;29;p4"/>
          <p:cNvSpPr/>
          <p:nvPr/>
        </p:nvSpPr>
        <p:spPr>
          <a:xfrm>
            <a:off x="6063950" y="223625"/>
            <a:ext cx="2857500" cy="2259300"/>
          </a:xfrm>
          <a:prstGeom prst="roundRect">
            <a:avLst>
              <a:gd fmla="val 691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 name="Google Shape;30;p4"/>
          <p:cNvSpPr txBox="1"/>
          <p:nvPr>
            <p:ph idx="8" type="subTitle"/>
          </p:nvPr>
        </p:nvSpPr>
        <p:spPr>
          <a:xfrm>
            <a:off x="6127250" y="1260225"/>
            <a:ext cx="2550000" cy="4029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9" type="body"/>
          </p:nvPr>
        </p:nvSpPr>
        <p:spPr>
          <a:xfrm>
            <a:off x="6127250" y="1663200"/>
            <a:ext cx="2737800" cy="681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 name="Google Shape;32;p4"/>
          <p:cNvSpPr txBox="1"/>
          <p:nvPr>
            <p:ph idx="13" type="subTitle"/>
          </p:nvPr>
        </p:nvSpPr>
        <p:spPr>
          <a:xfrm>
            <a:off x="6127250" y="267300"/>
            <a:ext cx="2419800" cy="447000"/>
          </a:xfrm>
          <a:prstGeom prst="rect">
            <a:avLst/>
          </a:prstGeom>
        </p:spPr>
        <p:txBody>
          <a:bodyPr anchorCtr="0" anchor="t" bIns="91425" lIns="91425" spcFirstLastPara="1" rIns="91425" wrap="square" tIns="91425">
            <a:noAutofit/>
          </a:bodyPr>
          <a:lstStyle>
            <a:lvl1pPr lvl="0">
              <a:lnSpc>
                <a:spcPct val="50000"/>
              </a:lnSpc>
              <a:spcBef>
                <a:spcPts val="0"/>
              </a:spcBef>
              <a:spcAft>
                <a:spcPts val="0"/>
              </a:spcAft>
              <a:buSzPts val="2400"/>
              <a:buNone/>
              <a:defRPr/>
            </a:lvl1pPr>
            <a:lvl2pPr lvl="1">
              <a:lnSpc>
                <a:spcPct val="50000"/>
              </a:lnSpc>
              <a:spcBef>
                <a:spcPts val="0"/>
              </a:spcBef>
              <a:spcAft>
                <a:spcPts val="0"/>
              </a:spcAft>
              <a:buSzPts val="1400"/>
              <a:buNone/>
              <a:defRPr/>
            </a:lvl2pPr>
            <a:lvl3pPr lvl="2">
              <a:lnSpc>
                <a:spcPct val="50000"/>
              </a:lnSpc>
              <a:spcBef>
                <a:spcPts val="0"/>
              </a:spcBef>
              <a:spcAft>
                <a:spcPts val="0"/>
              </a:spcAft>
              <a:buSzPts val="1400"/>
              <a:buNone/>
              <a:defRPr/>
            </a:lvl3pPr>
            <a:lvl4pPr lvl="3">
              <a:lnSpc>
                <a:spcPct val="50000"/>
              </a:lnSpc>
              <a:spcBef>
                <a:spcPts val="0"/>
              </a:spcBef>
              <a:spcAft>
                <a:spcPts val="0"/>
              </a:spcAft>
              <a:buSzPts val="1400"/>
              <a:buNone/>
              <a:defRPr/>
            </a:lvl4pPr>
            <a:lvl5pPr lvl="4">
              <a:lnSpc>
                <a:spcPct val="50000"/>
              </a:lnSpc>
              <a:spcBef>
                <a:spcPts val="0"/>
              </a:spcBef>
              <a:spcAft>
                <a:spcPts val="0"/>
              </a:spcAft>
              <a:buSzPts val="1400"/>
              <a:buNone/>
              <a:defRPr/>
            </a:lvl5pPr>
            <a:lvl6pPr lvl="5">
              <a:lnSpc>
                <a:spcPct val="50000"/>
              </a:lnSpc>
              <a:spcBef>
                <a:spcPts val="0"/>
              </a:spcBef>
              <a:spcAft>
                <a:spcPts val="0"/>
              </a:spcAft>
              <a:buSzPts val="1400"/>
              <a:buNone/>
              <a:defRPr/>
            </a:lvl6pPr>
            <a:lvl7pPr lvl="6">
              <a:lnSpc>
                <a:spcPct val="50000"/>
              </a:lnSpc>
              <a:spcBef>
                <a:spcPts val="0"/>
              </a:spcBef>
              <a:spcAft>
                <a:spcPts val="0"/>
              </a:spcAft>
              <a:buSzPts val="1400"/>
              <a:buNone/>
              <a:defRPr/>
            </a:lvl7pPr>
            <a:lvl8pPr lvl="7">
              <a:lnSpc>
                <a:spcPct val="50000"/>
              </a:lnSpc>
              <a:spcBef>
                <a:spcPts val="0"/>
              </a:spcBef>
              <a:spcAft>
                <a:spcPts val="0"/>
              </a:spcAft>
              <a:buSzPts val="1400"/>
              <a:buNone/>
              <a:defRPr/>
            </a:lvl8pPr>
            <a:lvl9pPr lvl="8">
              <a:lnSpc>
                <a:spcPct val="50000"/>
              </a:lnSpc>
              <a:spcBef>
                <a:spcPts val="0"/>
              </a:spcBef>
              <a:spcAft>
                <a:spcPts val="0"/>
              </a:spcAft>
              <a:buSzPts val="1400"/>
              <a:buNone/>
              <a:defRPr/>
            </a:lvl9pPr>
          </a:lstStyle>
          <a:p/>
        </p:txBody>
      </p:sp>
      <p:sp>
        <p:nvSpPr>
          <p:cNvPr id="33" name="Google Shape;33;p4"/>
          <p:cNvSpPr txBox="1"/>
          <p:nvPr>
            <p:ph idx="14" type="subTitle"/>
          </p:nvPr>
        </p:nvSpPr>
        <p:spPr>
          <a:xfrm>
            <a:off x="291900" y="3371375"/>
            <a:ext cx="40677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4" name="Google Shape;34;p4"/>
          <p:cNvSpPr txBox="1"/>
          <p:nvPr>
            <p:ph idx="15" type="body"/>
          </p:nvPr>
        </p:nvSpPr>
        <p:spPr>
          <a:xfrm>
            <a:off x="291900" y="3837225"/>
            <a:ext cx="4143900" cy="74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5" name="Google Shape;35;p4"/>
          <p:cNvSpPr txBox="1"/>
          <p:nvPr>
            <p:ph idx="16" type="subTitle"/>
          </p:nvPr>
        </p:nvSpPr>
        <p:spPr>
          <a:xfrm>
            <a:off x="291900" y="2740300"/>
            <a:ext cx="2460600" cy="447000"/>
          </a:xfrm>
          <a:prstGeom prst="rect">
            <a:avLst/>
          </a:prstGeom>
        </p:spPr>
        <p:txBody>
          <a:bodyPr anchorCtr="0" anchor="t" bIns="91425" lIns="91425" spcFirstLastPara="1" rIns="91425" wrap="square" tIns="91425">
            <a:noAutofit/>
          </a:bodyPr>
          <a:lstStyle>
            <a:lvl1pPr lvl="0">
              <a:lnSpc>
                <a:spcPct val="50000"/>
              </a:lnSpc>
              <a:spcBef>
                <a:spcPts val="0"/>
              </a:spcBef>
              <a:spcAft>
                <a:spcPts val="0"/>
              </a:spcAft>
              <a:buClr>
                <a:schemeClr val="lt1"/>
              </a:buClr>
              <a:buSzPts val="2400"/>
              <a:buNone/>
              <a:defRPr>
                <a:solidFill>
                  <a:schemeClr val="lt1"/>
                </a:solidFill>
              </a:defRPr>
            </a:lvl1pPr>
            <a:lvl2pPr lvl="1">
              <a:lnSpc>
                <a:spcPct val="50000"/>
              </a:lnSpc>
              <a:spcBef>
                <a:spcPts val="0"/>
              </a:spcBef>
              <a:spcAft>
                <a:spcPts val="0"/>
              </a:spcAft>
              <a:buClr>
                <a:schemeClr val="lt1"/>
              </a:buClr>
              <a:buSzPts val="1400"/>
              <a:buNone/>
              <a:defRPr>
                <a:solidFill>
                  <a:schemeClr val="lt1"/>
                </a:solidFill>
              </a:defRPr>
            </a:lvl2pPr>
            <a:lvl3pPr lvl="2">
              <a:lnSpc>
                <a:spcPct val="50000"/>
              </a:lnSpc>
              <a:spcBef>
                <a:spcPts val="0"/>
              </a:spcBef>
              <a:spcAft>
                <a:spcPts val="0"/>
              </a:spcAft>
              <a:buClr>
                <a:schemeClr val="lt1"/>
              </a:buClr>
              <a:buSzPts val="1400"/>
              <a:buNone/>
              <a:defRPr>
                <a:solidFill>
                  <a:schemeClr val="lt1"/>
                </a:solidFill>
              </a:defRPr>
            </a:lvl3pPr>
            <a:lvl4pPr lvl="3">
              <a:lnSpc>
                <a:spcPct val="50000"/>
              </a:lnSpc>
              <a:spcBef>
                <a:spcPts val="0"/>
              </a:spcBef>
              <a:spcAft>
                <a:spcPts val="0"/>
              </a:spcAft>
              <a:buClr>
                <a:schemeClr val="lt1"/>
              </a:buClr>
              <a:buSzPts val="1400"/>
              <a:buNone/>
              <a:defRPr>
                <a:solidFill>
                  <a:schemeClr val="lt1"/>
                </a:solidFill>
              </a:defRPr>
            </a:lvl4pPr>
            <a:lvl5pPr lvl="4">
              <a:lnSpc>
                <a:spcPct val="50000"/>
              </a:lnSpc>
              <a:spcBef>
                <a:spcPts val="0"/>
              </a:spcBef>
              <a:spcAft>
                <a:spcPts val="0"/>
              </a:spcAft>
              <a:buClr>
                <a:schemeClr val="lt1"/>
              </a:buClr>
              <a:buSzPts val="1400"/>
              <a:buNone/>
              <a:defRPr>
                <a:solidFill>
                  <a:schemeClr val="lt1"/>
                </a:solidFill>
              </a:defRPr>
            </a:lvl5pPr>
            <a:lvl6pPr lvl="5">
              <a:lnSpc>
                <a:spcPct val="50000"/>
              </a:lnSpc>
              <a:spcBef>
                <a:spcPts val="0"/>
              </a:spcBef>
              <a:spcAft>
                <a:spcPts val="0"/>
              </a:spcAft>
              <a:buClr>
                <a:schemeClr val="lt1"/>
              </a:buClr>
              <a:buSzPts val="1400"/>
              <a:buNone/>
              <a:defRPr>
                <a:solidFill>
                  <a:schemeClr val="lt1"/>
                </a:solidFill>
              </a:defRPr>
            </a:lvl6pPr>
            <a:lvl7pPr lvl="6">
              <a:lnSpc>
                <a:spcPct val="50000"/>
              </a:lnSpc>
              <a:spcBef>
                <a:spcPts val="0"/>
              </a:spcBef>
              <a:spcAft>
                <a:spcPts val="0"/>
              </a:spcAft>
              <a:buClr>
                <a:schemeClr val="lt1"/>
              </a:buClr>
              <a:buSzPts val="1400"/>
              <a:buNone/>
              <a:defRPr>
                <a:solidFill>
                  <a:schemeClr val="lt1"/>
                </a:solidFill>
              </a:defRPr>
            </a:lvl7pPr>
            <a:lvl8pPr lvl="7">
              <a:lnSpc>
                <a:spcPct val="50000"/>
              </a:lnSpc>
              <a:spcBef>
                <a:spcPts val="0"/>
              </a:spcBef>
              <a:spcAft>
                <a:spcPts val="0"/>
              </a:spcAft>
              <a:buClr>
                <a:schemeClr val="lt1"/>
              </a:buClr>
              <a:buSzPts val="1400"/>
              <a:buNone/>
              <a:defRPr>
                <a:solidFill>
                  <a:schemeClr val="lt1"/>
                </a:solidFill>
              </a:defRPr>
            </a:lvl8pPr>
            <a:lvl9pPr lvl="8">
              <a:lnSpc>
                <a:spcPct val="50000"/>
              </a:lnSpc>
              <a:spcBef>
                <a:spcPts val="0"/>
              </a:spcBef>
              <a:spcAft>
                <a:spcPts val="0"/>
              </a:spcAft>
              <a:buClr>
                <a:schemeClr val="lt1"/>
              </a:buClr>
              <a:buSzPts val="1400"/>
              <a:buNone/>
              <a:defRPr>
                <a:solidFill>
                  <a:schemeClr val="lt1"/>
                </a:solidFill>
              </a:defRPr>
            </a:lvl9pPr>
          </a:lstStyle>
          <a:p/>
        </p:txBody>
      </p:sp>
      <p:sp>
        <p:nvSpPr>
          <p:cNvPr id="36" name="Google Shape;36;p4"/>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 name="Google Shape;37;p4"/>
          <p:cNvSpPr txBox="1"/>
          <p:nvPr>
            <p:ph idx="17"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38" name="Google Shape;38;p4"/>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type="twoColTx">
  <p:cSld name="TITLE_AND_TWO_COLUMNS">
    <p:spTree>
      <p:nvGrpSpPr>
        <p:cNvPr id="39" name="Shape 39"/>
        <p:cNvGrpSpPr/>
        <p:nvPr/>
      </p:nvGrpSpPr>
      <p:grpSpPr>
        <a:xfrm>
          <a:off x="0" y="0"/>
          <a:ext cx="0" cy="0"/>
          <a:chOff x="0" y="0"/>
          <a:chExt cx="0" cy="0"/>
        </a:xfrm>
      </p:grpSpPr>
      <p:sp>
        <p:nvSpPr>
          <p:cNvPr id="40" name="Google Shape;40;p5"/>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 name="Google Shape;41;p5"/>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2pPr>
            <a:lvl3pPr lvl="2">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3pPr>
            <a:lvl4pPr lvl="3">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4pPr>
            <a:lvl5pPr lvl="4">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5pPr>
            <a:lvl6pPr lvl="5">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6pPr>
            <a:lvl7pPr lvl="6">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7pPr>
            <a:lvl8pPr lvl="7">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8pPr>
            <a:lvl9pPr lvl="8">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9pPr>
          </a:lstStyle>
          <a:p/>
        </p:txBody>
      </p:sp>
      <p:sp>
        <p:nvSpPr>
          <p:cNvPr id="42" name="Google Shape;42;p5"/>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s &amp; Cons" type="titleOnly">
  <p:cSld name="TITLE_ONLY">
    <p:bg>
      <p:bgPr>
        <a:solidFill>
          <a:schemeClr val="lt1"/>
        </a:solidFill>
      </p:bgPr>
    </p:bg>
    <p:spTree>
      <p:nvGrpSpPr>
        <p:cNvPr id="43" name="Shape 43"/>
        <p:cNvGrpSpPr/>
        <p:nvPr/>
      </p:nvGrpSpPr>
      <p:grpSpPr>
        <a:xfrm>
          <a:off x="0" y="0"/>
          <a:ext cx="0" cy="0"/>
          <a:chOff x="0" y="0"/>
          <a:chExt cx="0" cy="0"/>
        </a:xfrm>
      </p:grpSpPr>
      <p:sp>
        <p:nvSpPr>
          <p:cNvPr id="44" name="Google Shape;44;p6"/>
          <p:cNvSpPr/>
          <p:nvPr/>
        </p:nvSpPr>
        <p:spPr>
          <a:xfrm>
            <a:off x="228600" y="223625"/>
            <a:ext cx="4825200" cy="4437900"/>
          </a:xfrm>
          <a:prstGeom prst="roundRect">
            <a:avLst>
              <a:gd fmla="val 9454"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 name="Google Shape;45;p6"/>
          <p:cNvSpPr/>
          <p:nvPr/>
        </p:nvSpPr>
        <p:spPr>
          <a:xfrm>
            <a:off x="5188325" y="223625"/>
            <a:ext cx="3727200" cy="4437900"/>
          </a:xfrm>
          <a:prstGeom prst="roundRect">
            <a:avLst>
              <a:gd fmla="val 945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 name="Google Shape;46;p6"/>
          <p:cNvSpPr txBox="1"/>
          <p:nvPr>
            <p:ph type="title"/>
          </p:nvPr>
        </p:nvSpPr>
        <p:spPr>
          <a:xfrm>
            <a:off x="476409" y="3845757"/>
            <a:ext cx="2638500" cy="801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47" name="Google Shape;47;p6"/>
          <p:cNvSpPr txBox="1"/>
          <p:nvPr>
            <p:ph idx="2" type="title"/>
          </p:nvPr>
        </p:nvSpPr>
        <p:spPr>
          <a:xfrm>
            <a:off x="5382375" y="3845757"/>
            <a:ext cx="2110200" cy="665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48" name="Google Shape;48;p6"/>
          <p:cNvSpPr txBox="1"/>
          <p:nvPr>
            <p:ph idx="1" type="body"/>
          </p:nvPr>
        </p:nvSpPr>
        <p:spPr>
          <a:xfrm>
            <a:off x="476409" y="392594"/>
            <a:ext cx="4164300" cy="26085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49" name="Google Shape;49;p6"/>
          <p:cNvSpPr txBox="1"/>
          <p:nvPr>
            <p:ph idx="3" type="body"/>
          </p:nvPr>
        </p:nvSpPr>
        <p:spPr>
          <a:xfrm>
            <a:off x="5382375" y="392594"/>
            <a:ext cx="3419400" cy="26085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50" name="Google Shape;50;p6"/>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 name="Google Shape;51;p6"/>
          <p:cNvSpPr txBox="1"/>
          <p:nvPr>
            <p:ph idx="4"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2pPr>
            <a:lvl3pPr lvl="2">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3pPr>
            <a:lvl4pPr lvl="3">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4pPr>
            <a:lvl5pPr lvl="4">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5pPr>
            <a:lvl6pPr lvl="5">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6pPr>
            <a:lvl7pPr lvl="6">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7pPr>
            <a:lvl8pPr lvl="7">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8pPr>
            <a:lvl9pPr lvl="8">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9pPr>
          </a:lstStyle>
          <a:p/>
        </p:txBody>
      </p:sp>
      <p:sp>
        <p:nvSpPr>
          <p:cNvPr id="52" name="Google Shape;52;p6"/>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ing Strategy">
  <p:cSld name="ONE_COLUMN_TEXT">
    <p:bg>
      <p:bgPr>
        <a:solidFill>
          <a:schemeClr val="lt1"/>
        </a:solidFill>
      </p:bgPr>
    </p:bg>
    <p:spTree>
      <p:nvGrpSpPr>
        <p:cNvPr id="53" name="Shape 53"/>
        <p:cNvGrpSpPr/>
        <p:nvPr/>
      </p:nvGrpSpPr>
      <p:grpSpPr>
        <a:xfrm>
          <a:off x="0" y="0"/>
          <a:ext cx="0" cy="0"/>
          <a:chOff x="0" y="0"/>
          <a:chExt cx="0" cy="0"/>
        </a:xfrm>
      </p:grpSpPr>
      <p:sp>
        <p:nvSpPr>
          <p:cNvPr id="54" name="Google Shape;54;p7"/>
          <p:cNvSpPr/>
          <p:nvPr/>
        </p:nvSpPr>
        <p:spPr>
          <a:xfrm>
            <a:off x="228600" y="223625"/>
            <a:ext cx="4238100" cy="4423500"/>
          </a:xfrm>
          <a:prstGeom prst="roundRect">
            <a:avLst>
              <a:gd fmla="val 597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7"/>
          <p:cNvSpPr/>
          <p:nvPr/>
        </p:nvSpPr>
        <p:spPr>
          <a:xfrm>
            <a:off x="4636327" y="223652"/>
            <a:ext cx="4279200" cy="915900"/>
          </a:xfrm>
          <a:prstGeom prst="roundRect">
            <a:avLst>
              <a:gd fmla="val 1975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7"/>
          <p:cNvSpPr/>
          <p:nvPr/>
        </p:nvSpPr>
        <p:spPr>
          <a:xfrm>
            <a:off x="4636325" y="1307410"/>
            <a:ext cx="4279200" cy="2371800"/>
          </a:xfrm>
          <a:prstGeom prst="roundRect">
            <a:avLst>
              <a:gd fmla="val 11988"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7"/>
          <p:cNvSpPr/>
          <p:nvPr/>
        </p:nvSpPr>
        <p:spPr>
          <a:xfrm>
            <a:off x="4636327" y="3846769"/>
            <a:ext cx="4279200" cy="800400"/>
          </a:xfrm>
          <a:prstGeom prst="roundRect">
            <a:avLst>
              <a:gd fmla="val 1975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 name="Google Shape;58;p7"/>
          <p:cNvSpPr txBox="1"/>
          <p:nvPr>
            <p:ph type="title"/>
          </p:nvPr>
        </p:nvSpPr>
        <p:spPr>
          <a:xfrm>
            <a:off x="299276" y="3595975"/>
            <a:ext cx="3630000" cy="915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7"/>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7"/>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2pPr>
            <a:lvl3pPr lvl="2">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3pPr>
            <a:lvl4pPr lvl="3">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4pPr>
            <a:lvl5pPr lvl="4">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5pPr>
            <a:lvl6pPr lvl="5">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6pPr>
            <a:lvl7pPr lvl="6">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7pPr>
            <a:lvl8pPr lvl="7">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8pPr>
            <a:lvl9pPr lvl="8">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9pPr>
          </a:lstStyle>
          <a:p/>
        </p:txBody>
      </p:sp>
      <p:sp>
        <p:nvSpPr>
          <p:cNvPr id="61" name="Google Shape;61;p7"/>
          <p:cNvSpPr txBox="1"/>
          <p:nvPr>
            <p:ph idx="2" type="subTitle"/>
          </p:nvPr>
        </p:nvSpPr>
        <p:spPr>
          <a:xfrm>
            <a:off x="4762500" y="210875"/>
            <a:ext cx="586800" cy="915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Font typeface="Darker Grotesque"/>
              <a:buNone/>
              <a:defRPr sz="1800">
                <a:solidFill>
                  <a:schemeClr val="lt1"/>
                </a:solidFill>
              </a:defRPr>
            </a:lvl2pPr>
            <a:lvl3pPr lvl="2">
              <a:spcBef>
                <a:spcPts val="0"/>
              </a:spcBef>
              <a:spcAft>
                <a:spcPts val="0"/>
              </a:spcAft>
              <a:buClr>
                <a:schemeClr val="lt1"/>
              </a:buClr>
              <a:buSzPts val="1800"/>
              <a:buFont typeface="Darker Grotesque"/>
              <a:buNone/>
              <a:defRPr sz="1800">
                <a:solidFill>
                  <a:schemeClr val="lt1"/>
                </a:solidFill>
              </a:defRPr>
            </a:lvl3pPr>
            <a:lvl4pPr lvl="3">
              <a:spcBef>
                <a:spcPts val="0"/>
              </a:spcBef>
              <a:spcAft>
                <a:spcPts val="0"/>
              </a:spcAft>
              <a:buClr>
                <a:schemeClr val="lt1"/>
              </a:buClr>
              <a:buSzPts val="1800"/>
              <a:buFont typeface="Darker Grotesque"/>
              <a:buNone/>
              <a:defRPr sz="1800">
                <a:solidFill>
                  <a:schemeClr val="lt1"/>
                </a:solidFill>
              </a:defRPr>
            </a:lvl4pPr>
            <a:lvl5pPr lvl="4">
              <a:spcBef>
                <a:spcPts val="0"/>
              </a:spcBef>
              <a:spcAft>
                <a:spcPts val="0"/>
              </a:spcAft>
              <a:buClr>
                <a:schemeClr val="lt1"/>
              </a:buClr>
              <a:buSzPts val="1800"/>
              <a:buFont typeface="Darker Grotesque"/>
              <a:buNone/>
              <a:defRPr sz="1800">
                <a:solidFill>
                  <a:schemeClr val="lt1"/>
                </a:solidFill>
              </a:defRPr>
            </a:lvl5pPr>
            <a:lvl6pPr lvl="5">
              <a:spcBef>
                <a:spcPts val="0"/>
              </a:spcBef>
              <a:spcAft>
                <a:spcPts val="0"/>
              </a:spcAft>
              <a:buClr>
                <a:schemeClr val="lt1"/>
              </a:buClr>
              <a:buSzPts val="1800"/>
              <a:buFont typeface="Darker Grotesque"/>
              <a:buNone/>
              <a:defRPr sz="1800">
                <a:solidFill>
                  <a:schemeClr val="lt1"/>
                </a:solidFill>
              </a:defRPr>
            </a:lvl6pPr>
            <a:lvl7pPr lvl="6">
              <a:spcBef>
                <a:spcPts val="0"/>
              </a:spcBef>
              <a:spcAft>
                <a:spcPts val="0"/>
              </a:spcAft>
              <a:buClr>
                <a:schemeClr val="lt1"/>
              </a:buClr>
              <a:buSzPts val="1800"/>
              <a:buFont typeface="Darker Grotesque"/>
              <a:buNone/>
              <a:defRPr sz="1800">
                <a:solidFill>
                  <a:schemeClr val="lt1"/>
                </a:solidFill>
              </a:defRPr>
            </a:lvl7pPr>
            <a:lvl8pPr lvl="7">
              <a:spcBef>
                <a:spcPts val="0"/>
              </a:spcBef>
              <a:spcAft>
                <a:spcPts val="0"/>
              </a:spcAft>
              <a:buClr>
                <a:schemeClr val="lt1"/>
              </a:buClr>
              <a:buSzPts val="1800"/>
              <a:buFont typeface="Darker Grotesque"/>
              <a:buNone/>
              <a:defRPr sz="1800">
                <a:solidFill>
                  <a:schemeClr val="lt1"/>
                </a:solidFill>
              </a:defRPr>
            </a:lvl8pPr>
            <a:lvl9pPr lvl="8">
              <a:spcBef>
                <a:spcPts val="0"/>
              </a:spcBef>
              <a:spcAft>
                <a:spcPts val="0"/>
              </a:spcAft>
              <a:buClr>
                <a:schemeClr val="lt1"/>
              </a:buClr>
              <a:buSzPts val="1800"/>
              <a:buFont typeface="Darker Grotesque"/>
              <a:buNone/>
              <a:defRPr sz="1800">
                <a:solidFill>
                  <a:schemeClr val="lt1"/>
                </a:solidFill>
              </a:defRPr>
            </a:lvl9pPr>
          </a:lstStyle>
          <a:p/>
        </p:txBody>
      </p:sp>
      <p:sp>
        <p:nvSpPr>
          <p:cNvPr id="62" name="Google Shape;62;p7"/>
          <p:cNvSpPr txBox="1"/>
          <p:nvPr>
            <p:ph idx="3" type="subTitle"/>
          </p:nvPr>
        </p:nvSpPr>
        <p:spPr>
          <a:xfrm>
            <a:off x="4762500" y="1307425"/>
            <a:ext cx="586800" cy="2371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Font typeface="Darker Grotesque"/>
              <a:buNone/>
              <a:defRPr sz="1800">
                <a:solidFill>
                  <a:schemeClr val="lt1"/>
                </a:solidFill>
              </a:defRPr>
            </a:lvl2pPr>
            <a:lvl3pPr lvl="2">
              <a:spcBef>
                <a:spcPts val="0"/>
              </a:spcBef>
              <a:spcAft>
                <a:spcPts val="0"/>
              </a:spcAft>
              <a:buClr>
                <a:schemeClr val="lt1"/>
              </a:buClr>
              <a:buSzPts val="1800"/>
              <a:buFont typeface="Darker Grotesque"/>
              <a:buNone/>
              <a:defRPr sz="1800">
                <a:solidFill>
                  <a:schemeClr val="lt1"/>
                </a:solidFill>
              </a:defRPr>
            </a:lvl3pPr>
            <a:lvl4pPr lvl="3">
              <a:spcBef>
                <a:spcPts val="0"/>
              </a:spcBef>
              <a:spcAft>
                <a:spcPts val="0"/>
              </a:spcAft>
              <a:buClr>
                <a:schemeClr val="lt1"/>
              </a:buClr>
              <a:buSzPts val="1800"/>
              <a:buFont typeface="Darker Grotesque"/>
              <a:buNone/>
              <a:defRPr sz="1800">
                <a:solidFill>
                  <a:schemeClr val="lt1"/>
                </a:solidFill>
              </a:defRPr>
            </a:lvl4pPr>
            <a:lvl5pPr lvl="4">
              <a:spcBef>
                <a:spcPts val="0"/>
              </a:spcBef>
              <a:spcAft>
                <a:spcPts val="0"/>
              </a:spcAft>
              <a:buClr>
                <a:schemeClr val="lt1"/>
              </a:buClr>
              <a:buSzPts val="1800"/>
              <a:buFont typeface="Darker Grotesque"/>
              <a:buNone/>
              <a:defRPr sz="1800">
                <a:solidFill>
                  <a:schemeClr val="lt1"/>
                </a:solidFill>
              </a:defRPr>
            </a:lvl5pPr>
            <a:lvl6pPr lvl="5">
              <a:spcBef>
                <a:spcPts val="0"/>
              </a:spcBef>
              <a:spcAft>
                <a:spcPts val="0"/>
              </a:spcAft>
              <a:buClr>
                <a:schemeClr val="lt1"/>
              </a:buClr>
              <a:buSzPts val="1800"/>
              <a:buFont typeface="Darker Grotesque"/>
              <a:buNone/>
              <a:defRPr sz="1800">
                <a:solidFill>
                  <a:schemeClr val="lt1"/>
                </a:solidFill>
              </a:defRPr>
            </a:lvl6pPr>
            <a:lvl7pPr lvl="6">
              <a:spcBef>
                <a:spcPts val="0"/>
              </a:spcBef>
              <a:spcAft>
                <a:spcPts val="0"/>
              </a:spcAft>
              <a:buClr>
                <a:schemeClr val="lt1"/>
              </a:buClr>
              <a:buSzPts val="1800"/>
              <a:buFont typeface="Darker Grotesque"/>
              <a:buNone/>
              <a:defRPr sz="1800">
                <a:solidFill>
                  <a:schemeClr val="lt1"/>
                </a:solidFill>
              </a:defRPr>
            </a:lvl7pPr>
            <a:lvl8pPr lvl="7">
              <a:spcBef>
                <a:spcPts val="0"/>
              </a:spcBef>
              <a:spcAft>
                <a:spcPts val="0"/>
              </a:spcAft>
              <a:buClr>
                <a:schemeClr val="lt1"/>
              </a:buClr>
              <a:buSzPts val="1800"/>
              <a:buFont typeface="Darker Grotesque"/>
              <a:buNone/>
              <a:defRPr sz="1800">
                <a:solidFill>
                  <a:schemeClr val="lt1"/>
                </a:solidFill>
              </a:defRPr>
            </a:lvl8pPr>
            <a:lvl9pPr lvl="8">
              <a:spcBef>
                <a:spcPts val="0"/>
              </a:spcBef>
              <a:spcAft>
                <a:spcPts val="0"/>
              </a:spcAft>
              <a:buClr>
                <a:schemeClr val="lt1"/>
              </a:buClr>
              <a:buSzPts val="1800"/>
              <a:buFont typeface="Darker Grotesque"/>
              <a:buNone/>
              <a:defRPr sz="1800">
                <a:solidFill>
                  <a:schemeClr val="lt1"/>
                </a:solidFill>
              </a:defRPr>
            </a:lvl9pPr>
          </a:lstStyle>
          <a:p/>
        </p:txBody>
      </p:sp>
      <p:sp>
        <p:nvSpPr>
          <p:cNvPr id="63" name="Google Shape;63;p7"/>
          <p:cNvSpPr txBox="1"/>
          <p:nvPr>
            <p:ph idx="4" type="subTitle"/>
          </p:nvPr>
        </p:nvSpPr>
        <p:spPr>
          <a:xfrm>
            <a:off x="4762500" y="3846775"/>
            <a:ext cx="586800" cy="800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Font typeface="Darker Grotesque"/>
              <a:buNone/>
              <a:defRPr sz="1800">
                <a:solidFill>
                  <a:schemeClr val="lt1"/>
                </a:solidFill>
              </a:defRPr>
            </a:lvl2pPr>
            <a:lvl3pPr lvl="2">
              <a:spcBef>
                <a:spcPts val="0"/>
              </a:spcBef>
              <a:spcAft>
                <a:spcPts val="0"/>
              </a:spcAft>
              <a:buClr>
                <a:schemeClr val="lt1"/>
              </a:buClr>
              <a:buSzPts val="1800"/>
              <a:buFont typeface="Darker Grotesque"/>
              <a:buNone/>
              <a:defRPr sz="1800">
                <a:solidFill>
                  <a:schemeClr val="lt1"/>
                </a:solidFill>
              </a:defRPr>
            </a:lvl3pPr>
            <a:lvl4pPr lvl="3">
              <a:spcBef>
                <a:spcPts val="0"/>
              </a:spcBef>
              <a:spcAft>
                <a:spcPts val="0"/>
              </a:spcAft>
              <a:buClr>
                <a:schemeClr val="lt1"/>
              </a:buClr>
              <a:buSzPts val="1800"/>
              <a:buFont typeface="Darker Grotesque"/>
              <a:buNone/>
              <a:defRPr sz="1800">
                <a:solidFill>
                  <a:schemeClr val="lt1"/>
                </a:solidFill>
              </a:defRPr>
            </a:lvl4pPr>
            <a:lvl5pPr lvl="4">
              <a:spcBef>
                <a:spcPts val="0"/>
              </a:spcBef>
              <a:spcAft>
                <a:spcPts val="0"/>
              </a:spcAft>
              <a:buClr>
                <a:schemeClr val="lt1"/>
              </a:buClr>
              <a:buSzPts val="1800"/>
              <a:buFont typeface="Darker Grotesque"/>
              <a:buNone/>
              <a:defRPr sz="1800">
                <a:solidFill>
                  <a:schemeClr val="lt1"/>
                </a:solidFill>
              </a:defRPr>
            </a:lvl5pPr>
            <a:lvl6pPr lvl="5">
              <a:spcBef>
                <a:spcPts val="0"/>
              </a:spcBef>
              <a:spcAft>
                <a:spcPts val="0"/>
              </a:spcAft>
              <a:buClr>
                <a:schemeClr val="lt1"/>
              </a:buClr>
              <a:buSzPts val="1800"/>
              <a:buFont typeface="Darker Grotesque"/>
              <a:buNone/>
              <a:defRPr sz="1800">
                <a:solidFill>
                  <a:schemeClr val="lt1"/>
                </a:solidFill>
              </a:defRPr>
            </a:lvl6pPr>
            <a:lvl7pPr lvl="6">
              <a:spcBef>
                <a:spcPts val="0"/>
              </a:spcBef>
              <a:spcAft>
                <a:spcPts val="0"/>
              </a:spcAft>
              <a:buClr>
                <a:schemeClr val="lt1"/>
              </a:buClr>
              <a:buSzPts val="1800"/>
              <a:buFont typeface="Darker Grotesque"/>
              <a:buNone/>
              <a:defRPr sz="1800">
                <a:solidFill>
                  <a:schemeClr val="lt1"/>
                </a:solidFill>
              </a:defRPr>
            </a:lvl7pPr>
            <a:lvl8pPr lvl="7">
              <a:spcBef>
                <a:spcPts val="0"/>
              </a:spcBef>
              <a:spcAft>
                <a:spcPts val="0"/>
              </a:spcAft>
              <a:buClr>
                <a:schemeClr val="lt1"/>
              </a:buClr>
              <a:buSzPts val="1800"/>
              <a:buFont typeface="Darker Grotesque"/>
              <a:buNone/>
              <a:defRPr sz="1800">
                <a:solidFill>
                  <a:schemeClr val="lt1"/>
                </a:solidFill>
              </a:defRPr>
            </a:lvl8pPr>
            <a:lvl9pPr lvl="8">
              <a:spcBef>
                <a:spcPts val="0"/>
              </a:spcBef>
              <a:spcAft>
                <a:spcPts val="0"/>
              </a:spcAft>
              <a:buClr>
                <a:schemeClr val="lt1"/>
              </a:buClr>
              <a:buSzPts val="1800"/>
              <a:buFont typeface="Darker Grotesque"/>
              <a:buNone/>
              <a:defRPr sz="1800">
                <a:solidFill>
                  <a:schemeClr val="lt1"/>
                </a:solidFill>
              </a:defRPr>
            </a:lvl9pPr>
          </a:lstStyle>
          <a:p/>
        </p:txBody>
      </p:sp>
      <p:sp>
        <p:nvSpPr>
          <p:cNvPr id="64" name="Google Shape;64;p7"/>
          <p:cNvSpPr txBox="1"/>
          <p:nvPr>
            <p:ph idx="5" type="body"/>
          </p:nvPr>
        </p:nvSpPr>
        <p:spPr>
          <a:xfrm>
            <a:off x="5922019" y="223650"/>
            <a:ext cx="2922300" cy="9159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65" name="Google Shape;65;p7"/>
          <p:cNvSpPr txBox="1"/>
          <p:nvPr>
            <p:ph idx="6" type="body"/>
          </p:nvPr>
        </p:nvSpPr>
        <p:spPr>
          <a:xfrm>
            <a:off x="5922019" y="1307400"/>
            <a:ext cx="2922300" cy="23718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66" name="Google Shape;66;p7"/>
          <p:cNvSpPr txBox="1"/>
          <p:nvPr>
            <p:ph idx="7" type="body"/>
          </p:nvPr>
        </p:nvSpPr>
        <p:spPr>
          <a:xfrm>
            <a:off x="5922019" y="3846775"/>
            <a:ext cx="2922300" cy="800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67" name="Google Shape;67;p7"/>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s">
  <p:cSld name="CUSTOM">
    <p:spTree>
      <p:nvGrpSpPr>
        <p:cNvPr id="68" name="Shape 68"/>
        <p:cNvGrpSpPr/>
        <p:nvPr/>
      </p:nvGrpSpPr>
      <p:grpSpPr>
        <a:xfrm>
          <a:off x="0" y="0"/>
          <a:ext cx="0" cy="0"/>
          <a:chOff x="0" y="0"/>
          <a:chExt cx="0" cy="0"/>
        </a:xfrm>
      </p:grpSpPr>
      <p:sp>
        <p:nvSpPr>
          <p:cNvPr id="69" name="Google Shape;69;p8"/>
          <p:cNvSpPr/>
          <p:nvPr/>
        </p:nvSpPr>
        <p:spPr>
          <a:xfrm>
            <a:off x="228625" y="223625"/>
            <a:ext cx="8686800" cy="1180200"/>
          </a:xfrm>
          <a:prstGeom prst="roundRect">
            <a:avLst>
              <a:gd fmla="val 1821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8"/>
          <p:cNvSpPr/>
          <p:nvPr>
            <p:ph idx="2" type="pic"/>
          </p:nvPr>
        </p:nvSpPr>
        <p:spPr>
          <a:xfrm>
            <a:off x="228375" y="1508150"/>
            <a:ext cx="2082900" cy="3138900"/>
          </a:xfrm>
          <a:prstGeom prst="roundRect">
            <a:avLst>
              <a:gd fmla="val 16667" name="adj"/>
            </a:avLst>
          </a:prstGeom>
          <a:noFill/>
          <a:ln>
            <a:noFill/>
          </a:ln>
        </p:spPr>
      </p:sp>
      <p:sp>
        <p:nvSpPr>
          <p:cNvPr id="71" name="Google Shape;71;p8"/>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8"/>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73" name="Google Shape;73;p8"/>
          <p:cNvSpPr txBox="1"/>
          <p:nvPr>
            <p:ph type="title"/>
          </p:nvPr>
        </p:nvSpPr>
        <p:spPr>
          <a:xfrm>
            <a:off x="342900" y="269025"/>
            <a:ext cx="3457200" cy="8505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8"/>
          <p:cNvSpPr txBox="1"/>
          <p:nvPr>
            <p:ph idx="3" type="body"/>
          </p:nvPr>
        </p:nvSpPr>
        <p:spPr>
          <a:xfrm>
            <a:off x="3920125" y="269025"/>
            <a:ext cx="4167300" cy="7488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5" name="Google Shape;75;p8"/>
          <p:cNvSpPr/>
          <p:nvPr>
            <p:ph idx="4" type="pic"/>
          </p:nvPr>
        </p:nvSpPr>
        <p:spPr>
          <a:xfrm>
            <a:off x="2431158" y="1508150"/>
            <a:ext cx="2082900" cy="3138900"/>
          </a:xfrm>
          <a:prstGeom prst="roundRect">
            <a:avLst>
              <a:gd fmla="val 16667" name="adj"/>
            </a:avLst>
          </a:prstGeom>
          <a:noFill/>
          <a:ln>
            <a:noFill/>
          </a:ln>
        </p:spPr>
      </p:sp>
      <p:sp>
        <p:nvSpPr>
          <p:cNvPr id="76" name="Google Shape;76;p8"/>
          <p:cNvSpPr/>
          <p:nvPr>
            <p:ph idx="5" type="pic"/>
          </p:nvPr>
        </p:nvSpPr>
        <p:spPr>
          <a:xfrm>
            <a:off x="4633942" y="1508150"/>
            <a:ext cx="2082900" cy="3138900"/>
          </a:xfrm>
          <a:prstGeom prst="roundRect">
            <a:avLst>
              <a:gd fmla="val 16667" name="adj"/>
            </a:avLst>
          </a:prstGeom>
          <a:noFill/>
          <a:ln>
            <a:noFill/>
          </a:ln>
        </p:spPr>
      </p:sp>
      <p:sp>
        <p:nvSpPr>
          <p:cNvPr id="77" name="Google Shape;77;p8"/>
          <p:cNvSpPr/>
          <p:nvPr>
            <p:ph idx="6" type="pic"/>
          </p:nvPr>
        </p:nvSpPr>
        <p:spPr>
          <a:xfrm>
            <a:off x="6836725" y="1508150"/>
            <a:ext cx="2082900" cy="3138900"/>
          </a:xfrm>
          <a:prstGeom prst="roundRect">
            <a:avLst>
              <a:gd fmla="val 16667" name="adj"/>
            </a:avLst>
          </a:prstGeom>
          <a:noFill/>
          <a:ln>
            <a:noFill/>
          </a:ln>
        </p:spPr>
      </p:sp>
      <p:sp>
        <p:nvSpPr>
          <p:cNvPr id="78" name="Google Shape;78;p8"/>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Info">
  <p:cSld name="CUSTOM_1_1">
    <p:spTree>
      <p:nvGrpSpPr>
        <p:cNvPr id="79" name="Shape 79"/>
        <p:cNvGrpSpPr/>
        <p:nvPr/>
      </p:nvGrpSpPr>
      <p:grpSpPr>
        <a:xfrm>
          <a:off x="0" y="0"/>
          <a:ext cx="0" cy="0"/>
          <a:chOff x="0" y="0"/>
          <a:chExt cx="0" cy="0"/>
        </a:xfrm>
      </p:grpSpPr>
      <p:sp>
        <p:nvSpPr>
          <p:cNvPr id="80" name="Google Shape;80;p9"/>
          <p:cNvSpPr/>
          <p:nvPr/>
        </p:nvSpPr>
        <p:spPr>
          <a:xfrm>
            <a:off x="228600" y="223675"/>
            <a:ext cx="2862900" cy="3144600"/>
          </a:xfrm>
          <a:prstGeom prst="roundRect">
            <a:avLst>
              <a:gd fmla="val 728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1" name="Google Shape;81;p9"/>
          <p:cNvSpPr/>
          <p:nvPr/>
        </p:nvSpPr>
        <p:spPr>
          <a:xfrm>
            <a:off x="228625" y="3466850"/>
            <a:ext cx="8686800" cy="1180200"/>
          </a:xfrm>
          <a:prstGeom prst="roundRect">
            <a:avLst>
              <a:gd fmla="val 1176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9"/>
          <p:cNvSpPr txBox="1"/>
          <p:nvPr>
            <p:ph type="title"/>
          </p:nvPr>
        </p:nvSpPr>
        <p:spPr>
          <a:xfrm>
            <a:off x="342900" y="3512250"/>
            <a:ext cx="3457200" cy="8505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9"/>
          <p:cNvSpPr txBox="1"/>
          <p:nvPr>
            <p:ph idx="1" type="body"/>
          </p:nvPr>
        </p:nvSpPr>
        <p:spPr>
          <a:xfrm>
            <a:off x="3920125" y="3512250"/>
            <a:ext cx="4167300" cy="7488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4" name="Google Shape;84;p9"/>
          <p:cNvSpPr/>
          <p:nvPr/>
        </p:nvSpPr>
        <p:spPr>
          <a:xfrm>
            <a:off x="3203200" y="223675"/>
            <a:ext cx="2740500" cy="3144600"/>
          </a:xfrm>
          <a:prstGeom prst="roundRect">
            <a:avLst>
              <a:gd fmla="val 728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5" name="Google Shape;85;p9"/>
          <p:cNvSpPr/>
          <p:nvPr/>
        </p:nvSpPr>
        <p:spPr>
          <a:xfrm>
            <a:off x="6057900" y="223675"/>
            <a:ext cx="2866200" cy="3144600"/>
          </a:xfrm>
          <a:prstGeom prst="roundRect">
            <a:avLst>
              <a:gd fmla="val 728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6" name="Google Shape;86;p9"/>
          <p:cNvSpPr txBox="1"/>
          <p:nvPr>
            <p:ph idx="2" type="body"/>
          </p:nvPr>
        </p:nvSpPr>
        <p:spPr>
          <a:xfrm>
            <a:off x="228550" y="1647025"/>
            <a:ext cx="28629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87" name="Google Shape;87;p9"/>
          <p:cNvSpPr txBox="1"/>
          <p:nvPr>
            <p:ph idx="3" type="body"/>
          </p:nvPr>
        </p:nvSpPr>
        <p:spPr>
          <a:xfrm>
            <a:off x="3205675" y="1647025"/>
            <a:ext cx="27405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88" name="Google Shape;88;p9"/>
          <p:cNvSpPr txBox="1"/>
          <p:nvPr>
            <p:ph idx="4" type="body"/>
          </p:nvPr>
        </p:nvSpPr>
        <p:spPr>
          <a:xfrm>
            <a:off x="6052500" y="1647025"/>
            <a:ext cx="28629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89" name="Google Shape;89;p9"/>
          <p:cNvSpPr txBox="1"/>
          <p:nvPr>
            <p:ph idx="5" type="subTitle"/>
          </p:nvPr>
        </p:nvSpPr>
        <p:spPr>
          <a:xfrm>
            <a:off x="291900" y="267300"/>
            <a:ext cx="24198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0" name="Google Shape;90;p9"/>
          <p:cNvSpPr txBox="1"/>
          <p:nvPr>
            <p:ph idx="6" type="subTitle"/>
          </p:nvPr>
        </p:nvSpPr>
        <p:spPr>
          <a:xfrm>
            <a:off x="3266546" y="267300"/>
            <a:ext cx="23184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1" name="Google Shape;91;p9"/>
          <p:cNvSpPr txBox="1"/>
          <p:nvPr>
            <p:ph idx="7" type="subTitle"/>
          </p:nvPr>
        </p:nvSpPr>
        <p:spPr>
          <a:xfrm>
            <a:off x="6127250" y="267300"/>
            <a:ext cx="24198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2" name="Google Shape;92;p9"/>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9"/>
          <p:cNvSpPr txBox="1"/>
          <p:nvPr>
            <p:ph idx="8"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94" name="Google Shape;94;p9"/>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portunities">
  <p:cSld name="CUSTOM_11">
    <p:spTree>
      <p:nvGrpSpPr>
        <p:cNvPr id="95" name="Shape 95"/>
        <p:cNvGrpSpPr/>
        <p:nvPr/>
      </p:nvGrpSpPr>
      <p:grpSpPr>
        <a:xfrm>
          <a:off x="0" y="0"/>
          <a:ext cx="0" cy="0"/>
          <a:chOff x="0" y="0"/>
          <a:chExt cx="0" cy="0"/>
        </a:xfrm>
      </p:grpSpPr>
      <p:sp>
        <p:nvSpPr>
          <p:cNvPr id="96" name="Google Shape;96;p10"/>
          <p:cNvSpPr/>
          <p:nvPr/>
        </p:nvSpPr>
        <p:spPr>
          <a:xfrm>
            <a:off x="219700" y="1502438"/>
            <a:ext cx="2862900" cy="3144600"/>
          </a:xfrm>
          <a:prstGeom prst="roundRect">
            <a:avLst>
              <a:gd fmla="val 728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97" name="Google Shape;97;p10"/>
          <p:cNvSpPr/>
          <p:nvPr/>
        </p:nvSpPr>
        <p:spPr>
          <a:xfrm>
            <a:off x="228625" y="223625"/>
            <a:ext cx="8686800" cy="1180200"/>
          </a:xfrm>
          <a:prstGeom prst="roundRect">
            <a:avLst>
              <a:gd fmla="val 1176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0"/>
          <p:cNvSpPr txBox="1"/>
          <p:nvPr>
            <p:ph type="title"/>
          </p:nvPr>
        </p:nvSpPr>
        <p:spPr>
          <a:xfrm>
            <a:off x="342900" y="269025"/>
            <a:ext cx="4291800" cy="8505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0"/>
          <p:cNvSpPr txBox="1"/>
          <p:nvPr>
            <p:ph idx="1" type="body"/>
          </p:nvPr>
        </p:nvSpPr>
        <p:spPr>
          <a:xfrm>
            <a:off x="5349150" y="269025"/>
            <a:ext cx="3457500" cy="7488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00" name="Google Shape;100;p10"/>
          <p:cNvSpPr/>
          <p:nvPr/>
        </p:nvSpPr>
        <p:spPr>
          <a:xfrm>
            <a:off x="3194300" y="1502438"/>
            <a:ext cx="2740500" cy="3144600"/>
          </a:xfrm>
          <a:prstGeom prst="roundRect">
            <a:avLst>
              <a:gd fmla="val 728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01" name="Google Shape;101;p10"/>
          <p:cNvSpPr/>
          <p:nvPr/>
        </p:nvSpPr>
        <p:spPr>
          <a:xfrm>
            <a:off x="6049000" y="1502438"/>
            <a:ext cx="2866200" cy="3144600"/>
          </a:xfrm>
          <a:prstGeom prst="roundRect">
            <a:avLst>
              <a:gd fmla="val 728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02" name="Google Shape;102;p10"/>
          <p:cNvSpPr txBox="1"/>
          <p:nvPr>
            <p:ph idx="2" type="body"/>
          </p:nvPr>
        </p:nvSpPr>
        <p:spPr>
          <a:xfrm>
            <a:off x="219650" y="2925788"/>
            <a:ext cx="28629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103" name="Google Shape;103;p10"/>
          <p:cNvSpPr txBox="1"/>
          <p:nvPr>
            <p:ph idx="3" type="body"/>
          </p:nvPr>
        </p:nvSpPr>
        <p:spPr>
          <a:xfrm>
            <a:off x="3196775" y="2925788"/>
            <a:ext cx="27405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104" name="Google Shape;104;p10"/>
          <p:cNvSpPr txBox="1"/>
          <p:nvPr>
            <p:ph idx="4" type="body"/>
          </p:nvPr>
        </p:nvSpPr>
        <p:spPr>
          <a:xfrm>
            <a:off x="6043600" y="2925788"/>
            <a:ext cx="28629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105" name="Google Shape;105;p10"/>
          <p:cNvSpPr txBox="1"/>
          <p:nvPr>
            <p:ph idx="5" type="subTitle"/>
          </p:nvPr>
        </p:nvSpPr>
        <p:spPr>
          <a:xfrm>
            <a:off x="283000" y="1546063"/>
            <a:ext cx="24198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06" name="Google Shape;106;p10"/>
          <p:cNvSpPr txBox="1"/>
          <p:nvPr>
            <p:ph idx="6" type="subTitle"/>
          </p:nvPr>
        </p:nvSpPr>
        <p:spPr>
          <a:xfrm>
            <a:off x="3257646" y="1546063"/>
            <a:ext cx="23184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07" name="Google Shape;107;p10"/>
          <p:cNvSpPr txBox="1"/>
          <p:nvPr>
            <p:ph idx="7" type="subTitle"/>
          </p:nvPr>
        </p:nvSpPr>
        <p:spPr>
          <a:xfrm>
            <a:off x="6118350" y="1546063"/>
            <a:ext cx="24198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08" name="Google Shape;108;p10"/>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10"/>
          <p:cNvSpPr txBox="1"/>
          <p:nvPr>
            <p:ph idx="8"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10" name="Google Shape;110;p10"/>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ive Analysis">
  <p:cSld name="CUSTOM_13">
    <p:spTree>
      <p:nvGrpSpPr>
        <p:cNvPr id="111" name="Shape 111"/>
        <p:cNvGrpSpPr/>
        <p:nvPr/>
      </p:nvGrpSpPr>
      <p:grpSpPr>
        <a:xfrm>
          <a:off x="0" y="0"/>
          <a:ext cx="0" cy="0"/>
          <a:chOff x="0" y="0"/>
          <a:chExt cx="0" cy="0"/>
        </a:xfrm>
      </p:grpSpPr>
      <p:sp>
        <p:nvSpPr>
          <p:cNvPr id="112" name="Google Shape;112;p11"/>
          <p:cNvSpPr/>
          <p:nvPr/>
        </p:nvSpPr>
        <p:spPr>
          <a:xfrm>
            <a:off x="228625" y="223625"/>
            <a:ext cx="8686800" cy="1180200"/>
          </a:xfrm>
          <a:prstGeom prst="roundRect">
            <a:avLst>
              <a:gd fmla="val 1176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1"/>
          <p:cNvSpPr txBox="1"/>
          <p:nvPr>
            <p:ph type="title"/>
          </p:nvPr>
        </p:nvSpPr>
        <p:spPr>
          <a:xfrm>
            <a:off x="342900" y="269025"/>
            <a:ext cx="4291800" cy="8505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11"/>
          <p:cNvSpPr txBox="1"/>
          <p:nvPr>
            <p:ph idx="1" type="body"/>
          </p:nvPr>
        </p:nvSpPr>
        <p:spPr>
          <a:xfrm>
            <a:off x="5349150" y="269025"/>
            <a:ext cx="3457500" cy="7488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5" name="Google Shape;115;p11"/>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1"/>
          <p:cNvSpPr txBox="1"/>
          <p:nvPr>
            <p:ph idx="2"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17" name="Google Shape;117;p11"/>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dgeting plan">
  <p:cSld name="CUSTOM_14">
    <p:spTree>
      <p:nvGrpSpPr>
        <p:cNvPr id="118" name="Shape 118"/>
        <p:cNvGrpSpPr/>
        <p:nvPr/>
      </p:nvGrpSpPr>
      <p:grpSpPr>
        <a:xfrm>
          <a:off x="0" y="0"/>
          <a:ext cx="0" cy="0"/>
          <a:chOff x="0" y="0"/>
          <a:chExt cx="0" cy="0"/>
        </a:xfrm>
      </p:grpSpPr>
      <p:sp>
        <p:nvSpPr>
          <p:cNvPr id="119" name="Google Shape;119;p12"/>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12"/>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21" name="Google Shape;121;p12"/>
          <p:cNvSpPr txBox="1"/>
          <p:nvPr>
            <p:ph type="title"/>
          </p:nvPr>
        </p:nvSpPr>
        <p:spPr>
          <a:xfrm>
            <a:off x="228600" y="223625"/>
            <a:ext cx="7978500" cy="3795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12"/>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_1">
    <p:bg>
      <p:bgPr>
        <a:solidFill>
          <a:schemeClr val="accent1"/>
        </a:solidFill>
      </p:bgPr>
    </p:bg>
    <p:spTree>
      <p:nvGrpSpPr>
        <p:cNvPr id="123" name="Shape 123"/>
        <p:cNvGrpSpPr/>
        <p:nvPr/>
      </p:nvGrpSpPr>
      <p:grpSpPr>
        <a:xfrm>
          <a:off x="0" y="0"/>
          <a:ext cx="0" cy="0"/>
          <a:chOff x="0" y="0"/>
          <a:chExt cx="0" cy="0"/>
        </a:xfrm>
      </p:grpSpPr>
      <p:sp>
        <p:nvSpPr>
          <p:cNvPr id="124" name="Google Shape;124;p13"/>
          <p:cNvSpPr/>
          <p:nvPr/>
        </p:nvSpPr>
        <p:spPr>
          <a:xfrm>
            <a:off x="228600" y="223625"/>
            <a:ext cx="8686800" cy="1180200"/>
          </a:xfrm>
          <a:prstGeom prst="roundRect">
            <a:avLst>
              <a:gd fmla="val 11763"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 name="Google Shape;125;p13"/>
          <p:cNvSpPr txBox="1"/>
          <p:nvPr>
            <p:ph type="title"/>
          </p:nvPr>
        </p:nvSpPr>
        <p:spPr>
          <a:xfrm>
            <a:off x="342900" y="269025"/>
            <a:ext cx="4141200" cy="101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6" name="Google Shape;126;p13"/>
          <p:cNvSpPr/>
          <p:nvPr>
            <p:ph idx="2" type="pic"/>
          </p:nvPr>
        </p:nvSpPr>
        <p:spPr>
          <a:xfrm>
            <a:off x="228375" y="1508150"/>
            <a:ext cx="2082900" cy="3138900"/>
          </a:xfrm>
          <a:prstGeom prst="roundRect">
            <a:avLst>
              <a:gd fmla="val 16667" name="adj"/>
            </a:avLst>
          </a:prstGeom>
          <a:noFill/>
          <a:ln>
            <a:noFill/>
          </a:ln>
        </p:spPr>
      </p:sp>
      <p:sp>
        <p:nvSpPr>
          <p:cNvPr id="127" name="Google Shape;127;p13"/>
          <p:cNvSpPr/>
          <p:nvPr/>
        </p:nvSpPr>
        <p:spPr>
          <a:xfrm>
            <a:off x="228600" y="4820575"/>
            <a:ext cx="8686800" cy="188700"/>
          </a:xfrm>
          <a:prstGeom prst="roundRect">
            <a:avLst>
              <a:gd fmla="val 3112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3"/>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800"/>
              <a:buFont typeface="Archivo"/>
              <a:buNone/>
              <a:defRPr b="0" sz="800">
                <a:latin typeface="Archivo"/>
                <a:ea typeface="Archivo"/>
                <a:cs typeface="Archivo"/>
                <a:sym typeface="Archivo"/>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29" name="Google Shape;129;p13"/>
          <p:cNvSpPr/>
          <p:nvPr>
            <p:ph idx="3" type="pic"/>
          </p:nvPr>
        </p:nvSpPr>
        <p:spPr>
          <a:xfrm>
            <a:off x="2431158" y="1508150"/>
            <a:ext cx="2082900" cy="3138900"/>
          </a:xfrm>
          <a:prstGeom prst="roundRect">
            <a:avLst>
              <a:gd fmla="val 16667" name="adj"/>
            </a:avLst>
          </a:prstGeom>
          <a:noFill/>
          <a:ln>
            <a:noFill/>
          </a:ln>
        </p:spPr>
      </p:sp>
      <p:sp>
        <p:nvSpPr>
          <p:cNvPr id="130" name="Google Shape;130;p13"/>
          <p:cNvSpPr/>
          <p:nvPr>
            <p:ph idx="4" type="pic"/>
          </p:nvPr>
        </p:nvSpPr>
        <p:spPr>
          <a:xfrm>
            <a:off x="4633942" y="1508150"/>
            <a:ext cx="2082900" cy="3138900"/>
          </a:xfrm>
          <a:prstGeom prst="roundRect">
            <a:avLst>
              <a:gd fmla="val 16667" name="adj"/>
            </a:avLst>
          </a:prstGeom>
          <a:noFill/>
          <a:ln>
            <a:noFill/>
          </a:ln>
        </p:spPr>
      </p:sp>
      <p:sp>
        <p:nvSpPr>
          <p:cNvPr id="131" name="Google Shape;131;p13"/>
          <p:cNvSpPr/>
          <p:nvPr>
            <p:ph idx="5" type="pic"/>
          </p:nvPr>
        </p:nvSpPr>
        <p:spPr>
          <a:xfrm>
            <a:off x="6836725" y="1508150"/>
            <a:ext cx="2082900" cy="3138900"/>
          </a:xfrm>
          <a:prstGeom prst="roundRect">
            <a:avLst>
              <a:gd fmla="val 16667" name="adj"/>
            </a:avLst>
          </a:prstGeom>
          <a:noFill/>
          <a:ln>
            <a:noFill/>
          </a:ln>
        </p:spPr>
      </p:sp>
      <p:sp>
        <p:nvSpPr>
          <p:cNvPr id="132" name="Google Shape;132;p13"/>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dk1"/>
                </a:solidFill>
                <a:latin typeface="Archivo"/>
                <a:ea typeface="Archivo"/>
                <a:cs typeface="Archivo"/>
                <a:sym typeface="Archivo"/>
              </a:rPr>
              <a:t>‹#›</a:t>
            </a:fld>
            <a:endParaRPr sz="800">
              <a:solidFill>
                <a:schemeClr val="dk1"/>
              </a:solidFill>
              <a:latin typeface="Archivo"/>
              <a:ea typeface="Archivo"/>
              <a:cs typeface="Archivo"/>
              <a:sym typeface="Archiv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get Market">
  <p:cSld name="CUSTOM_2">
    <p:spTree>
      <p:nvGrpSpPr>
        <p:cNvPr id="133" name="Shape 133"/>
        <p:cNvGrpSpPr/>
        <p:nvPr/>
      </p:nvGrpSpPr>
      <p:grpSpPr>
        <a:xfrm>
          <a:off x="0" y="0"/>
          <a:ext cx="0" cy="0"/>
          <a:chOff x="0" y="0"/>
          <a:chExt cx="0" cy="0"/>
        </a:xfrm>
      </p:grpSpPr>
      <p:sp>
        <p:nvSpPr>
          <p:cNvPr id="134" name="Google Shape;134;p14"/>
          <p:cNvSpPr/>
          <p:nvPr/>
        </p:nvSpPr>
        <p:spPr>
          <a:xfrm>
            <a:off x="228600" y="3378300"/>
            <a:ext cx="5000700" cy="1268700"/>
          </a:xfrm>
          <a:prstGeom prst="roundRect">
            <a:avLst>
              <a:gd fmla="val 14288"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14"/>
          <p:cNvSpPr/>
          <p:nvPr/>
        </p:nvSpPr>
        <p:spPr>
          <a:xfrm>
            <a:off x="228600" y="223625"/>
            <a:ext cx="5000700" cy="924600"/>
          </a:xfrm>
          <a:prstGeom prst="roundRect">
            <a:avLst>
              <a:gd fmla="val 197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14"/>
          <p:cNvSpPr/>
          <p:nvPr>
            <p:ph idx="2" type="pic"/>
          </p:nvPr>
        </p:nvSpPr>
        <p:spPr>
          <a:xfrm>
            <a:off x="5349150" y="223625"/>
            <a:ext cx="3566400" cy="4423500"/>
          </a:xfrm>
          <a:prstGeom prst="roundRect">
            <a:avLst>
              <a:gd fmla="val 16667" name="adj"/>
            </a:avLst>
          </a:prstGeom>
          <a:noFill/>
          <a:ln>
            <a:noFill/>
          </a:ln>
        </p:spPr>
      </p:sp>
      <p:sp>
        <p:nvSpPr>
          <p:cNvPr id="137" name="Google Shape;137;p14"/>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4"/>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39" name="Google Shape;139;p14"/>
          <p:cNvSpPr/>
          <p:nvPr/>
        </p:nvSpPr>
        <p:spPr>
          <a:xfrm>
            <a:off x="228600" y="1275183"/>
            <a:ext cx="5000700" cy="924600"/>
          </a:xfrm>
          <a:prstGeom prst="roundRect">
            <a:avLst>
              <a:gd fmla="val 1975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14"/>
          <p:cNvSpPr/>
          <p:nvPr/>
        </p:nvSpPr>
        <p:spPr>
          <a:xfrm>
            <a:off x="228600" y="2326742"/>
            <a:ext cx="5000700" cy="924600"/>
          </a:xfrm>
          <a:prstGeom prst="roundRect">
            <a:avLst>
              <a:gd fmla="val 1975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14"/>
          <p:cNvSpPr txBox="1"/>
          <p:nvPr>
            <p:ph idx="3" type="subTitle"/>
          </p:nvPr>
        </p:nvSpPr>
        <p:spPr>
          <a:xfrm>
            <a:off x="342900" y="223625"/>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42" name="Google Shape;142;p14"/>
          <p:cNvSpPr txBox="1"/>
          <p:nvPr>
            <p:ph idx="4" type="body"/>
          </p:nvPr>
        </p:nvSpPr>
        <p:spPr>
          <a:xfrm>
            <a:off x="2491100" y="223625"/>
            <a:ext cx="27381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43" name="Google Shape;143;p14"/>
          <p:cNvSpPr txBox="1"/>
          <p:nvPr>
            <p:ph idx="5" type="subTitle"/>
          </p:nvPr>
        </p:nvSpPr>
        <p:spPr>
          <a:xfrm>
            <a:off x="342947" y="1275188"/>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44" name="Google Shape;144;p14"/>
          <p:cNvSpPr txBox="1"/>
          <p:nvPr>
            <p:ph idx="6" type="body"/>
          </p:nvPr>
        </p:nvSpPr>
        <p:spPr>
          <a:xfrm>
            <a:off x="2491150" y="1275188"/>
            <a:ext cx="27381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45" name="Google Shape;145;p14"/>
          <p:cNvSpPr txBox="1"/>
          <p:nvPr>
            <p:ph idx="7" type="subTitle"/>
          </p:nvPr>
        </p:nvSpPr>
        <p:spPr>
          <a:xfrm>
            <a:off x="342947" y="2326750"/>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46" name="Google Shape;146;p14"/>
          <p:cNvSpPr txBox="1"/>
          <p:nvPr>
            <p:ph idx="8" type="body"/>
          </p:nvPr>
        </p:nvSpPr>
        <p:spPr>
          <a:xfrm>
            <a:off x="2491150" y="2326750"/>
            <a:ext cx="27381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47" name="Google Shape;147;p14"/>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
        <p:nvSpPr>
          <p:cNvPr id="148" name="Google Shape;148;p14"/>
          <p:cNvSpPr txBox="1"/>
          <p:nvPr>
            <p:ph type="title"/>
          </p:nvPr>
        </p:nvSpPr>
        <p:spPr>
          <a:xfrm>
            <a:off x="342900" y="3423725"/>
            <a:ext cx="3457200" cy="9738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peration slide">
  <p:cSld name="CUSTOM_12">
    <p:spTree>
      <p:nvGrpSpPr>
        <p:cNvPr id="149" name="Shape 149"/>
        <p:cNvGrpSpPr/>
        <p:nvPr/>
      </p:nvGrpSpPr>
      <p:grpSpPr>
        <a:xfrm>
          <a:off x="0" y="0"/>
          <a:ext cx="0" cy="0"/>
          <a:chOff x="0" y="0"/>
          <a:chExt cx="0" cy="0"/>
        </a:xfrm>
      </p:grpSpPr>
      <p:sp>
        <p:nvSpPr>
          <p:cNvPr id="150" name="Google Shape;150;p15"/>
          <p:cNvSpPr/>
          <p:nvPr/>
        </p:nvSpPr>
        <p:spPr>
          <a:xfrm>
            <a:off x="228600" y="3378300"/>
            <a:ext cx="8686800" cy="1245300"/>
          </a:xfrm>
          <a:prstGeom prst="roundRect">
            <a:avLst>
              <a:gd fmla="val 14288"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15"/>
          <p:cNvSpPr/>
          <p:nvPr/>
        </p:nvSpPr>
        <p:spPr>
          <a:xfrm>
            <a:off x="228600" y="223625"/>
            <a:ext cx="4286100" cy="924600"/>
          </a:xfrm>
          <a:prstGeom prst="roundRect">
            <a:avLst>
              <a:gd fmla="val 197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15"/>
          <p:cNvSpPr/>
          <p:nvPr/>
        </p:nvSpPr>
        <p:spPr>
          <a:xfrm>
            <a:off x="228600" y="1275183"/>
            <a:ext cx="4286100" cy="924600"/>
          </a:xfrm>
          <a:prstGeom prst="roundRect">
            <a:avLst>
              <a:gd fmla="val 1975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15"/>
          <p:cNvSpPr/>
          <p:nvPr/>
        </p:nvSpPr>
        <p:spPr>
          <a:xfrm>
            <a:off x="228600" y="2326742"/>
            <a:ext cx="4286100" cy="924600"/>
          </a:xfrm>
          <a:prstGeom prst="roundRect">
            <a:avLst>
              <a:gd fmla="val 1975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5"/>
          <p:cNvSpPr txBox="1"/>
          <p:nvPr>
            <p:ph type="title"/>
          </p:nvPr>
        </p:nvSpPr>
        <p:spPr>
          <a:xfrm>
            <a:off x="345750" y="3423713"/>
            <a:ext cx="4168800" cy="9738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55" name="Google Shape;155;p15"/>
          <p:cNvSpPr txBox="1"/>
          <p:nvPr>
            <p:ph idx="1" type="subTitle"/>
          </p:nvPr>
        </p:nvSpPr>
        <p:spPr>
          <a:xfrm>
            <a:off x="342900" y="223625"/>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56" name="Google Shape;156;p15"/>
          <p:cNvSpPr txBox="1"/>
          <p:nvPr>
            <p:ph idx="2" type="body"/>
          </p:nvPr>
        </p:nvSpPr>
        <p:spPr>
          <a:xfrm>
            <a:off x="2167777" y="223625"/>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57" name="Google Shape;157;p15"/>
          <p:cNvSpPr txBox="1"/>
          <p:nvPr>
            <p:ph idx="3" type="subTitle"/>
          </p:nvPr>
        </p:nvSpPr>
        <p:spPr>
          <a:xfrm>
            <a:off x="342947" y="1275188"/>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58" name="Google Shape;158;p15"/>
          <p:cNvSpPr txBox="1"/>
          <p:nvPr>
            <p:ph idx="4" type="body"/>
          </p:nvPr>
        </p:nvSpPr>
        <p:spPr>
          <a:xfrm>
            <a:off x="2167820" y="1275188"/>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59" name="Google Shape;159;p15"/>
          <p:cNvSpPr txBox="1"/>
          <p:nvPr>
            <p:ph idx="5" type="subTitle"/>
          </p:nvPr>
        </p:nvSpPr>
        <p:spPr>
          <a:xfrm>
            <a:off x="342947" y="2326750"/>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60" name="Google Shape;160;p15"/>
          <p:cNvSpPr txBox="1"/>
          <p:nvPr>
            <p:ph idx="6" type="body"/>
          </p:nvPr>
        </p:nvSpPr>
        <p:spPr>
          <a:xfrm>
            <a:off x="2167820" y="2326750"/>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61" name="Google Shape;161;p15"/>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15"/>
          <p:cNvSpPr txBox="1"/>
          <p:nvPr>
            <p:ph idx="7"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63" name="Google Shape;163;p15"/>
          <p:cNvSpPr/>
          <p:nvPr/>
        </p:nvSpPr>
        <p:spPr>
          <a:xfrm>
            <a:off x="4635138" y="223638"/>
            <a:ext cx="4286100" cy="924600"/>
          </a:xfrm>
          <a:prstGeom prst="roundRect">
            <a:avLst>
              <a:gd fmla="val 197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15"/>
          <p:cNvSpPr/>
          <p:nvPr/>
        </p:nvSpPr>
        <p:spPr>
          <a:xfrm>
            <a:off x="4635138" y="1275196"/>
            <a:ext cx="4286100" cy="924600"/>
          </a:xfrm>
          <a:prstGeom prst="roundRect">
            <a:avLst>
              <a:gd fmla="val 1975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15"/>
          <p:cNvSpPr/>
          <p:nvPr/>
        </p:nvSpPr>
        <p:spPr>
          <a:xfrm>
            <a:off x="4635138" y="2326754"/>
            <a:ext cx="4286100" cy="924600"/>
          </a:xfrm>
          <a:prstGeom prst="roundRect">
            <a:avLst>
              <a:gd fmla="val 1975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15"/>
          <p:cNvSpPr txBox="1"/>
          <p:nvPr>
            <p:ph idx="8" type="subTitle"/>
          </p:nvPr>
        </p:nvSpPr>
        <p:spPr>
          <a:xfrm>
            <a:off x="4749850" y="223650"/>
            <a:ext cx="190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67" name="Google Shape;167;p15"/>
          <p:cNvSpPr txBox="1"/>
          <p:nvPr>
            <p:ph idx="9" type="body"/>
          </p:nvPr>
        </p:nvSpPr>
        <p:spPr>
          <a:xfrm>
            <a:off x="6574314" y="223638"/>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68" name="Google Shape;168;p15"/>
          <p:cNvSpPr txBox="1"/>
          <p:nvPr>
            <p:ph idx="13" type="subTitle"/>
          </p:nvPr>
        </p:nvSpPr>
        <p:spPr>
          <a:xfrm>
            <a:off x="4749894" y="1275213"/>
            <a:ext cx="190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69" name="Google Shape;169;p15"/>
          <p:cNvSpPr txBox="1"/>
          <p:nvPr>
            <p:ph idx="14" type="body"/>
          </p:nvPr>
        </p:nvSpPr>
        <p:spPr>
          <a:xfrm>
            <a:off x="6574357" y="1275200"/>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70" name="Google Shape;170;p15"/>
          <p:cNvSpPr txBox="1"/>
          <p:nvPr>
            <p:ph idx="15" type="subTitle"/>
          </p:nvPr>
        </p:nvSpPr>
        <p:spPr>
          <a:xfrm>
            <a:off x="4749894" y="2326775"/>
            <a:ext cx="190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71" name="Google Shape;171;p15"/>
          <p:cNvSpPr txBox="1"/>
          <p:nvPr>
            <p:ph idx="16" type="body"/>
          </p:nvPr>
        </p:nvSpPr>
        <p:spPr>
          <a:xfrm>
            <a:off x="6574357" y="2326763"/>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72" name="Google Shape;172;p15"/>
          <p:cNvSpPr txBox="1"/>
          <p:nvPr>
            <p:ph idx="17" type="body"/>
          </p:nvPr>
        </p:nvSpPr>
        <p:spPr>
          <a:xfrm>
            <a:off x="4634650" y="3423725"/>
            <a:ext cx="3452100" cy="7488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73" name="Google Shape;173;p15"/>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cess">
  <p:cSld name="CUSTOM_4">
    <p:spTree>
      <p:nvGrpSpPr>
        <p:cNvPr id="174" name="Shape 174"/>
        <p:cNvGrpSpPr/>
        <p:nvPr/>
      </p:nvGrpSpPr>
      <p:grpSpPr>
        <a:xfrm>
          <a:off x="0" y="0"/>
          <a:ext cx="0" cy="0"/>
          <a:chOff x="0" y="0"/>
          <a:chExt cx="0" cy="0"/>
        </a:xfrm>
      </p:grpSpPr>
      <p:sp>
        <p:nvSpPr>
          <p:cNvPr id="175" name="Google Shape;175;p16"/>
          <p:cNvSpPr txBox="1"/>
          <p:nvPr>
            <p:ph type="title"/>
          </p:nvPr>
        </p:nvSpPr>
        <p:spPr>
          <a:xfrm>
            <a:off x="228600" y="223625"/>
            <a:ext cx="3571500" cy="8403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 name="Google Shape;176;p16"/>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16"/>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78" name="Google Shape;178;p16"/>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p:cSld name="CUSTOM_3">
    <p:spTree>
      <p:nvGrpSpPr>
        <p:cNvPr id="179" name="Shape 179"/>
        <p:cNvGrpSpPr/>
        <p:nvPr/>
      </p:nvGrpSpPr>
      <p:grpSpPr>
        <a:xfrm>
          <a:off x="0" y="0"/>
          <a:ext cx="0" cy="0"/>
          <a:chOff x="0" y="0"/>
          <a:chExt cx="0" cy="0"/>
        </a:xfrm>
      </p:grpSpPr>
      <p:sp>
        <p:nvSpPr>
          <p:cNvPr id="180" name="Google Shape;180;p17"/>
          <p:cNvSpPr/>
          <p:nvPr/>
        </p:nvSpPr>
        <p:spPr>
          <a:xfrm>
            <a:off x="228600" y="223625"/>
            <a:ext cx="4286100" cy="16179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17"/>
          <p:cNvSpPr/>
          <p:nvPr/>
        </p:nvSpPr>
        <p:spPr>
          <a:xfrm>
            <a:off x="228600" y="2007883"/>
            <a:ext cx="4286100" cy="2639100"/>
          </a:xfrm>
          <a:prstGeom prst="roundRect">
            <a:avLst>
              <a:gd fmla="val 945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17"/>
          <p:cNvSpPr/>
          <p:nvPr/>
        </p:nvSpPr>
        <p:spPr>
          <a:xfrm>
            <a:off x="4635150" y="223620"/>
            <a:ext cx="4286100" cy="4423500"/>
          </a:xfrm>
          <a:prstGeom prst="roundRect">
            <a:avLst>
              <a:gd fmla="val 9454"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17"/>
          <p:cNvSpPr txBox="1"/>
          <p:nvPr>
            <p:ph type="title"/>
          </p:nvPr>
        </p:nvSpPr>
        <p:spPr>
          <a:xfrm>
            <a:off x="486900" y="313025"/>
            <a:ext cx="3768600" cy="1439100"/>
          </a:xfrm>
          <a:prstGeom prst="rect">
            <a:avLst/>
          </a:prstGeom>
        </p:spPr>
        <p:txBody>
          <a:bodyPr anchorCtr="0" anchor="t" bIns="91425" lIns="91425" spcFirstLastPara="1" rIns="91425" wrap="square" tIns="91425">
            <a:noAutofit/>
          </a:bodyPr>
          <a:lstStyle>
            <a:lvl1pPr lvl="0">
              <a:spcBef>
                <a:spcPts val="0"/>
              </a:spcBef>
              <a:spcAft>
                <a:spcPts val="0"/>
              </a:spcAft>
              <a:buSzPts val="15900"/>
              <a:buNone/>
              <a:defRPr sz="15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 name="Google Shape;184;p17"/>
          <p:cNvSpPr txBox="1"/>
          <p:nvPr>
            <p:ph idx="1" type="subTitle"/>
          </p:nvPr>
        </p:nvSpPr>
        <p:spPr>
          <a:xfrm>
            <a:off x="300250" y="2184550"/>
            <a:ext cx="3609900" cy="49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85" name="Google Shape;185;p17"/>
          <p:cNvSpPr txBox="1"/>
          <p:nvPr>
            <p:ph idx="2" type="body"/>
          </p:nvPr>
        </p:nvSpPr>
        <p:spPr>
          <a:xfrm>
            <a:off x="342625" y="2878200"/>
            <a:ext cx="4005600" cy="16179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186" name="Google Shape;186;p17"/>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17"/>
          <p:cNvSpPr txBox="1"/>
          <p:nvPr>
            <p:ph idx="3"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88" name="Google Shape;188;p17"/>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 breakdown">
  <p:cSld name="CUSTOM_5">
    <p:spTree>
      <p:nvGrpSpPr>
        <p:cNvPr id="189" name="Shape 189"/>
        <p:cNvGrpSpPr/>
        <p:nvPr/>
      </p:nvGrpSpPr>
      <p:grpSpPr>
        <a:xfrm>
          <a:off x="0" y="0"/>
          <a:ext cx="0" cy="0"/>
          <a:chOff x="0" y="0"/>
          <a:chExt cx="0" cy="0"/>
        </a:xfrm>
      </p:grpSpPr>
      <p:sp>
        <p:nvSpPr>
          <p:cNvPr id="190" name="Google Shape;190;p18"/>
          <p:cNvSpPr/>
          <p:nvPr/>
        </p:nvSpPr>
        <p:spPr>
          <a:xfrm>
            <a:off x="228600" y="223625"/>
            <a:ext cx="2817000" cy="3238500"/>
          </a:xfrm>
          <a:prstGeom prst="roundRect">
            <a:avLst>
              <a:gd fmla="val 673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18"/>
          <p:cNvSpPr txBox="1"/>
          <p:nvPr>
            <p:ph type="title"/>
          </p:nvPr>
        </p:nvSpPr>
        <p:spPr>
          <a:xfrm>
            <a:off x="297725" y="339825"/>
            <a:ext cx="2175600" cy="61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92" name="Google Shape;192;p18"/>
          <p:cNvSpPr txBox="1"/>
          <p:nvPr>
            <p:ph idx="1" type="subTitle"/>
          </p:nvPr>
        </p:nvSpPr>
        <p:spPr>
          <a:xfrm>
            <a:off x="286975" y="1833350"/>
            <a:ext cx="2658000" cy="3510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93" name="Google Shape;193;p18"/>
          <p:cNvSpPr txBox="1"/>
          <p:nvPr>
            <p:ph idx="2" type="body"/>
          </p:nvPr>
        </p:nvSpPr>
        <p:spPr>
          <a:xfrm>
            <a:off x="297713" y="2174175"/>
            <a:ext cx="2647200" cy="1025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94" name="Google Shape;194;p18"/>
          <p:cNvSpPr/>
          <p:nvPr/>
        </p:nvSpPr>
        <p:spPr>
          <a:xfrm>
            <a:off x="3163566" y="1408550"/>
            <a:ext cx="2817000" cy="3238500"/>
          </a:xfrm>
          <a:prstGeom prst="roundRect">
            <a:avLst>
              <a:gd fmla="val 68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18"/>
          <p:cNvSpPr txBox="1"/>
          <p:nvPr>
            <p:ph idx="3" type="title"/>
          </p:nvPr>
        </p:nvSpPr>
        <p:spPr>
          <a:xfrm>
            <a:off x="3232700" y="1526050"/>
            <a:ext cx="2175600" cy="673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96" name="Google Shape;196;p18"/>
          <p:cNvSpPr txBox="1"/>
          <p:nvPr>
            <p:ph idx="4" type="subTitle"/>
          </p:nvPr>
        </p:nvSpPr>
        <p:spPr>
          <a:xfrm>
            <a:off x="3221925" y="3018275"/>
            <a:ext cx="2658000" cy="3510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97" name="Google Shape;197;p18"/>
          <p:cNvSpPr txBox="1"/>
          <p:nvPr>
            <p:ph idx="5" type="body"/>
          </p:nvPr>
        </p:nvSpPr>
        <p:spPr>
          <a:xfrm>
            <a:off x="3232678" y="3359100"/>
            <a:ext cx="2647200" cy="1025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98" name="Google Shape;198;p18"/>
          <p:cNvSpPr/>
          <p:nvPr/>
        </p:nvSpPr>
        <p:spPr>
          <a:xfrm>
            <a:off x="6098531" y="223625"/>
            <a:ext cx="2817000" cy="3238500"/>
          </a:xfrm>
          <a:prstGeom prst="roundRect">
            <a:avLst>
              <a:gd fmla="val 824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18"/>
          <p:cNvSpPr txBox="1"/>
          <p:nvPr>
            <p:ph idx="6" type="title"/>
          </p:nvPr>
        </p:nvSpPr>
        <p:spPr>
          <a:xfrm>
            <a:off x="6167650" y="339825"/>
            <a:ext cx="2175600" cy="61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00" name="Google Shape;200;p18"/>
          <p:cNvSpPr txBox="1"/>
          <p:nvPr>
            <p:ph idx="7" type="subTitle"/>
          </p:nvPr>
        </p:nvSpPr>
        <p:spPr>
          <a:xfrm>
            <a:off x="6156900" y="1833350"/>
            <a:ext cx="2658000" cy="3510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01" name="Google Shape;201;p18"/>
          <p:cNvSpPr txBox="1"/>
          <p:nvPr>
            <p:ph idx="8" type="body"/>
          </p:nvPr>
        </p:nvSpPr>
        <p:spPr>
          <a:xfrm>
            <a:off x="6167644" y="2174175"/>
            <a:ext cx="2647200" cy="1025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02" name="Google Shape;202;p18"/>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 name="Google Shape;203;p18"/>
          <p:cNvSpPr txBox="1"/>
          <p:nvPr>
            <p:ph idx="9"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204" name="Google Shape;204;p18"/>
          <p:cNvSpPr/>
          <p:nvPr/>
        </p:nvSpPr>
        <p:spPr>
          <a:xfrm>
            <a:off x="176700" y="3614750"/>
            <a:ext cx="2868900" cy="1032300"/>
          </a:xfrm>
          <a:prstGeom prst="roundRect">
            <a:avLst>
              <a:gd fmla="val 17895"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8"/>
          <p:cNvSpPr/>
          <p:nvPr/>
        </p:nvSpPr>
        <p:spPr>
          <a:xfrm>
            <a:off x="3163575" y="223625"/>
            <a:ext cx="2817000" cy="1032300"/>
          </a:xfrm>
          <a:prstGeom prst="roundRect">
            <a:avLst>
              <a:gd fmla="val 17895"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8"/>
          <p:cNvSpPr/>
          <p:nvPr/>
        </p:nvSpPr>
        <p:spPr>
          <a:xfrm>
            <a:off x="6098550" y="3614750"/>
            <a:ext cx="2817000" cy="1032300"/>
          </a:xfrm>
          <a:prstGeom prst="roundRect">
            <a:avLst>
              <a:gd fmla="val 17895"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8"/>
          <p:cNvSpPr txBox="1"/>
          <p:nvPr>
            <p:ph idx="13" type="title"/>
          </p:nvPr>
        </p:nvSpPr>
        <p:spPr>
          <a:xfrm>
            <a:off x="336850" y="3751925"/>
            <a:ext cx="2485800" cy="895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1000"/>
              <a:buNone/>
              <a:defRPr sz="11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08" name="Google Shape;208;p18"/>
          <p:cNvSpPr txBox="1"/>
          <p:nvPr>
            <p:ph idx="14" type="title"/>
          </p:nvPr>
        </p:nvSpPr>
        <p:spPr>
          <a:xfrm>
            <a:off x="3363725" y="339825"/>
            <a:ext cx="2485800" cy="895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1000"/>
              <a:buNone/>
              <a:defRPr sz="11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09" name="Google Shape;209;p18"/>
          <p:cNvSpPr txBox="1"/>
          <p:nvPr>
            <p:ph idx="15" type="title"/>
          </p:nvPr>
        </p:nvSpPr>
        <p:spPr>
          <a:xfrm>
            <a:off x="6098100" y="3751925"/>
            <a:ext cx="2817000" cy="895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9500"/>
              <a:buNone/>
              <a:defRPr sz="95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10" name="Google Shape;210;p18"/>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
        <p:nvSpPr>
          <p:cNvPr id="211" name="Google Shape;211;p18"/>
          <p:cNvSpPr txBox="1"/>
          <p:nvPr/>
        </p:nvSpPr>
        <p:spPr>
          <a:xfrm>
            <a:off x="-2481308" y="1833350"/>
            <a:ext cx="2658000" cy="351000"/>
          </a:xfrm>
          <a:prstGeom prst="rect">
            <a:avLst/>
          </a:prstGeom>
          <a:noFill/>
          <a:ln>
            <a:noFill/>
          </a:ln>
        </p:spPr>
        <p:txBody>
          <a:bodyPr anchorCtr="0" anchor="t" bIns="91425" lIns="91425" spcFirstLastPara="1" rIns="91425" wrap="square" tIns="91425">
            <a:spAutoFit/>
          </a:bodyPr>
          <a:lstStyle/>
          <a:p>
            <a:pPr indent="0" lvl="0" marL="0" rtl="0" algn="l">
              <a:lnSpc>
                <a:spcPct val="60000"/>
              </a:lnSpc>
              <a:spcBef>
                <a:spcPts val="0"/>
              </a:spcBef>
              <a:spcAft>
                <a:spcPts val="0"/>
              </a:spcAft>
              <a:buNone/>
            </a:pPr>
            <a:r>
              <a:rPr b="1" lang="en" sz="1800">
                <a:solidFill>
                  <a:schemeClr val="lt1"/>
                </a:solidFill>
                <a:latin typeface="Darker Grotesque"/>
                <a:ea typeface="Darker Grotesque"/>
                <a:cs typeface="Darker Grotesque"/>
                <a:sym typeface="Darker Grotesque"/>
              </a:rPr>
              <a:t>100K</a:t>
            </a:r>
            <a:endParaRPr b="1" sz="1800">
              <a:solidFill>
                <a:schemeClr val="lt1"/>
              </a:solidFill>
              <a:latin typeface="Darker Grotesque"/>
              <a:ea typeface="Darker Grotesque"/>
              <a:cs typeface="Darker Grotesque"/>
              <a:sym typeface="Darker Grotesque"/>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slide">
  <p:cSld name="CUSTOM_10">
    <p:spTree>
      <p:nvGrpSpPr>
        <p:cNvPr id="212" name="Shape 212"/>
        <p:cNvGrpSpPr/>
        <p:nvPr/>
      </p:nvGrpSpPr>
      <p:grpSpPr>
        <a:xfrm>
          <a:off x="0" y="0"/>
          <a:ext cx="0" cy="0"/>
          <a:chOff x="0" y="0"/>
          <a:chExt cx="0" cy="0"/>
        </a:xfrm>
      </p:grpSpPr>
      <p:sp>
        <p:nvSpPr>
          <p:cNvPr id="213" name="Google Shape;213;p19"/>
          <p:cNvSpPr/>
          <p:nvPr>
            <p:ph idx="2" type="pic"/>
          </p:nvPr>
        </p:nvSpPr>
        <p:spPr>
          <a:xfrm>
            <a:off x="228600" y="3200450"/>
            <a:ext cx="8686800" cy="1446600"/>
          </a:xfrm>
          <a:prstGeom prst="roundRect">
            <a:avLst>
              <a:gd fmla="val 16667" name="adj"/>
            </a:avLst>
          </a:prstGeom>
          <a:noFill/>
          <a:ln>
            <a:noFill/>
          </a:ln>
        </p:spPr>
      </p:sp>
      <p:sp>
        <p:nvSpPr>
          <p:cNvPr id="214" name="Google Shape;214;p19"/>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19"/>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216" name="Google Shape;216;p19"/>
          <p:cNvSpPr txBox="1"/>
          <p:nvPr>
            <p:ph type="title"/>
          </p:nvPr>
        </p:nvSpPr>
        <p:spPr>
          <a:xfrm>
            <a:off x="228600" y="1917525"/>
            <a:ext cx="8686800" cy="1109400"/>
          </a:xfrm>
          <a:prstGeom prst="rect">
            <a:avLst/>
          </a:prstGeom>
        </p:spPr>
        <p:txBody>
          <a:bodyPr anchorCtr="0" anchor="t" bIns="91425" lIns="91425" spcFirstLastPara="1" rIns="91425" wrap="square" tIns="91425">
            <a:no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p:txBody>
      </p:sp>
      <p:sp>
        <p:nvSpPr>
          <p:cNvPr id="217" name="Google Shape;217;p19"/>
          <p:cNvSpPr txBox="1"/>
          <p:nvPr>
            <p:ph idx="3" type="body"/>
          </p:nvPr>
        </p:nvSpPr>
        <p:spPr>
          <a:xfrm>
            <a:off x="5349150" y="248725"/>
            <a:ext cx="3452700" cy="1446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8" name="Google Shape;218;p19"/>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MAIN_POINT">
    <p:spTree>
      <p:nvGrpSpPr>
        <p:cNvPr id="219" name="Shape 219"/>
        <p:cNvGrpSpPr/>
        <p:nvPr/>
      </p:nvGrpSpPr>
      <p:grpSpPr>
        <a:xfrm>
          <a:off x="0" y="0"/>
          <a:ext cx="0" cy="0"/>
          <a:chOff x="0" y="0"/>
          <a:chExt cx="0" cy="0"/>
        </a:xfrm>
      </p:grpSpPr>
      <p:sp>
        <p:nvSpPr>
          <p:cNvPr id="220" name="Google Shape;220;p20"/>
          <p:cNvSpPr/>
          <p:nvPr>
            <p:ph idx="2" type="pic"/>
          </p:nvPr>
        </p:nvSpPr>
        <p:spPr>
          <a:xfrm>
            <a:off x="228600" y="223625"/>
            <a:ext cx="8686800" cy="1446600"/>
          </a:xfrm>
          <a:prstGeom prst="roundRect">
            <a:avLst>
              <a:gd fmla="val 16667" name="adj"/>
            </a:avLst>
          </a:prstGeom>
          <a:noFill/>
          <a:ln>
            <a:noFill/>
          </a:ln>
        </p:spPr>
      </p:sp>
      <p:sp>
        <p:nvSpPr>
          <p:cNvPr id="221" name="Google Shape;221;p20"/>
          <p:cNvSpPr txBox="1"/>
          <p:nvPr>
            <p:ph type="title"/>
          </p:nvPr>
        </p:nvSpPr>
        <p:spPr>
          <a:xfrm>
            <a:off x="2491100" y="1960225"/>
            <a:ext cx="6538500" cy="2959800"/>
          </a:xfrm>
          <a:prstGeom prst="rect">
            <a:avLst/>
          </a:prstGeom>
        </p:spPr>
        <p:txBody>
          <a:bodyPr anchorCtr="0" anchor="t" bIns="91425" lIns="91425" spcFirstLastPara="1" rIns="91425" wrap="square" tIns="91425">
            <a:noAutofit/>
          </a:bodyPr>
          <a:lstStyle>
            <a:lvl1pPr lvl="0" algn="r">
              <a:spcBef>
                <a:spcPts val="0"/>
              </a:spcBef>
              <a:spcAft>
                <a:spcPts val="0"/>
              </a:spcAft>
              <a:buSzPts val="15900"/>
              <a:buNone/>
              <a:defRPr sz="15900"/>
            </a:lvl1pPr>
            <a:lvl2pPr lvl="1" algn="r">
              <a:spcBef>
                <a:spcPts val="0"/>
              </a:spcBef>
              <a:spcAft>
                <a:spcPts val="0"/>
              </a:spcAft>
              <a:buSzPts val="15900"/>
              <a:buNone/>
              <a:defRPr sz="15900"/>
            </a:lvl2pPr>
            <a:lvl3pPr lvl="2" algn="r">
              <a:spcBef>
                <a:spcPts val="0"/>
              </a:spcBef>
              <a:spcAft>
                <a:spcPts val="0"/>
              </a:spcAft>
              <a:buSzPts val="15900"/>
              <a:buNone/>
              <a:defRPr sz="15900"/>
            </a:lvl3pPr>
            <a:lvl4pPr lvl="3" algn="r">
              <a:spcBef>
                <a:spcPts val="0"/>
              </a:spcBef>
              <a:spcAft>
                <a:spcPts val="0"/>
              </a:spcAft>
              <a:buSzPts val="15900"/>
              <a:buNone/>
              <a:defRPr sz="15900"/>
            </a:lvl4pPr>
            <a:lvl5pPr lvl="4" algn="r">
              <a:spcBef>
                <a:spcPts val="0"/>
              </a:spcBef>
              <a:spcAft>
                <a:spcPts val="0"/>
              </a:spcAft>
              <a:buSzPts val="15900"/>
              <a:buNone/>
              <a:defRPr sz="15900"/>
            </a:lvl5pPr>
            <a:lvl6pPr lvl="5" algn="r">
              <a:spcBef>
                <a:spcPts val="0"/>
              </a:spcBef>
              <a:spcAft>
                <a:spcPts val="0"/>
              </a:spcAft>
              <a:buSzPts val="15900"/>
              <a:buNone/>
              <a:defRPr sz="15900"/>
            </a:lvl6pPr>
            <a:lvl7pPr lvl="6" algn="r">
              <a:spcBef>
                <a:spcPts val="0"/>
              </a:spcBef>
              <a:spcAft>
                <a:spcPts val="0"/>
              </a:spcAft>
              <a:buSzPts val="15900"/>
              <a:buNone/>
              <a:defRPr sz="15900"/>
            </a:lvl7pPr>
            <a:lvl8pPr lvl="7" algn="r">
              <a:spcBef>
                <a:spcPts val="0"/>
              </a:spcBef>
              <a:spcAft>
                <a:spcPts val="0"/>
              </a:spcAft>
              <a:buSzPts val="15900"/>
              <a:buNone/>
              <a:defRPr sz="15900"/>
            </a:lvl8pPr>
            <a:lvl9pPr lvl="8" algn="r">
              <a:spcBef>
                <a:spcPts val="0"/>
              </a:spcBef>
              <a:spcAft>
                <a:spcPts val="0"/>
              </a:spcAft>
              <a:buSzPts val="15900"/>
              <a:buNone/>
              <a:defRPr sz="15900"/>
            </a:lvl9pPr>
          </a:lstStyle>
          <a:p/>
        </p:txBody>
      </p:sp>
      <p:sp>
        <p:nvSpPr>
          <p:cNvPr id="222" name="Google Shape;222;p20"/>
          <p:cNvSpPr txBox="1"/>
          <p:nvPr>
            <p:ph idx="1" type="body"/>
          </p:nvPr>
        </p:nvSpPr>
        <p:spPr>
          <a:xfrm>
            <a:off x="228600" y="1705850"/>
            <a:ext cx="2262600" cy="623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b="1"/>
            </a:lvl1pPr>
            <a:lvl2pPr indent="-292100" lvl="1" marL="914400">
              <a:spcBef>
                <a:spcPts val="0"/>
              </a:spcBef>
              <a:spcAft>
                <a:spcPts val="0"/>
              </a:spcAft>
              <a:buSzPts val="1000"/>
              <a:buChar char="○"/>
              <a:defRPr b="1"/>
            </a:lvl2pPr>
            <a:lvl3pPr indent="-292100" lvl="2" marL="1371600">
              <a:spcBef>
                <a:spcPts val="0"/>
              </a:spcBef>
              <a:spcAft>
                <a:spcPts val="0"/>
              </a:spcAft>
              <a:buSzPts val="1000"/>
              <a:buChar char="■"/>
              <a:defRPr b="1"/>
            </a:lvl3pPr>
            <a:lvl4pPr indent="-292100" lvl="3" marL="1828800">
              <a:spcBef>
                <a:spcPts val="0"/>
              </a:spcBef>
              <a:spcAft>
                <a:spcPts val="0"/>
              </a:spcAft>
              <a:buSzPts val="1000"/>
              <a:buChar char="●"/>
              <a:defRPr b="1"/>
            </a:lvl4pPr>
            <a:lvl5pPr indent="-292100" lvl="4" marL="2286000">
              <a:spcBef>
                <a:spcPts val="0"/>
              </a:spcBef>
              <a:spcAft>
                <a:spcPts val="0"/>
              </a:spcAft>
              <a:buSzPts val="1000"/>
              <a:buChar char="○"/>
              <a:defRPr b="1"/>
            </a:lvl5pPr>
            <a:lvl6pPr indent="-292100" lvl="5" marL="2743200">
              <a:spcBef>
                <a:spcPts val="0"/>
              </a:spcBef>
              <a:spcAft>
                <a:spcPts val="0"/>
              </a:spcAft>
              <a:buSzPts val="1000"/>
              <a:buChar char="■"/>
              <a:defRPr b="1"/>
            </a:lvl6pPr>
            <a:lvl7pPr indent="-292100" lvl="6" marL="3200400">
              <a:spcBef>
                <a:spcPts val="0"/>
              </a:spcBef>
              <a:spcAft>
                <a:spcPts val="0"/>
              </a:spcAft>
              <a:buSzPts val="1000"/>
              <a:buChar char="●"/>
              <a:defRPr b="1"/>
            </a:lvl7pPr>
            <a:lvl8pPr indent="-292100" lvl="7" marL="3657600">
              <a:spcBef>
                <a:spcPts val="0"/>
              </a:spcBef>
              <a:spcAft>
                <a:spcPts val="0"/>
              </a:spcAft>
              <a:buSzPts val="1000"/>
              <a:buChar char="○"/>
              <a:defRPr b="1"/>
            </a:lvl8pPr>
            <a:lvl9pPr indent="-292100" lvl="8" marL="4114800">
              <a:spcBef>
                <a:spcPts val="0"/>
              </a:spcBef>
              <a:spcAft>
                <a:spcPts val="0"/>
              </a:spcAft>
              <a:buSzPts val="1000"/>
              <a:buChar char="■"/>
              <a:defRPr b="1"/>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USTOM_6">
    <p:bg>
      <p:bgPr>
        <a:solidFill>
          <a:schemeClr val="accent1"/>
        </a:solidFill>
      </p:bgPr>
    </p:bg>
    <p:spTree>
      <p:nvGrpSpPr>
        <p:cNvPr id="223" name="Shape 223"/>
        <p:cNvGrpSpPr/>
        <p:nvPr/>
      </p:nvGrpSpPr>
      <p:grpSpPr>
        <a:xfrm>
          <a:off x="0" y="0"/>
          <a:ext cx="0" cy="0"/>
          <a:chOff x="0" y="0"/>
          <a:chExt cx="0" cy="0"/>
        </a:xfrm>
      </p:grpSpPr>
      <p:sp>
        <p:nvSpPr>
          <p:cNvPr id="224" name="Google Shape;224;p21"/>
          <p:cNvSpPr txBox="1"/>
          <p:nvPr>
            <p:ph type="title"/>
          </p:nvPr>
        </p:nvSpPr>
        <p:spPr>
          <a:xfrm>
            <a:off x="342900" y="223625"/>
            <a:ext cx="8525100" cy="1835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0"/>
              <a:buNone/>
              <a:defRPr sz="15000">
                <a:solidFill>
                  <a:schemeClr val="lt1"/>
                </a:solidFill>
              </a:defRPr>
            </a:lvl1pPr>
            <a:lvl2pPr lvl="1">
              <a:spcBef>
                <a:spcPts val="0"/>
              </a:spcBef>
              <a:spcAft>
                <a:spcPts val="0"/>
              </a:spcAft>
              <a:buClr>
                <a:schemeClr val="lt1"/>
              </a:buClr>
              <a:buSzPts val="15000"/>
              <a:buNone/>
              <a:defRPr sz="15000">
                <a:solidFill>
                  <a:schemeClr val="lt1"/>
                </a:solidFill>
              </a:defRPr>
            </a:lvl2pPr>
            <a:lvl3pPr lvl="2">
              <a:spcBef>
                <a:spcPts val="0"/>
              </a:spcBef>
              <a:spcAft>
                <a:spcPts val="0"/>
              </a:spcAft>
              <a:buClr>
                <a:schemeClr val="lt1"/>
              </a:buClr>
              <a:buSzPts val="15000"/>
              <a:buNone/>
              <a:defRPr sz="15000">
                <a:solidFill>
                  <a:schemeClr val="lt1"/>
                </a:solidFill>
              </a:defRPr>
            </a:lvl3pPr>
            <a:lvl4pPr lvl="3">
              <a:spcBef>
                <a:spcPts val="0"/>
              </a:spcBef>
              <a:spcAft>
                <a:spcPts val="0"/>
              </a:spcAft>
              <a:buClr>
                <a:schemeClr val="lt1"/>
              </a:buClr>
              <a:buSzPts val="15000"/>
              <a:buNone/>
              <a:defRPr sz="15000">
                <a:solidFill>
                  <a:schemeClr val="lt1"/>
                </a:solidFill>
              </a:defRPr>
            </a:lvl4pPr>
            <a:lvl5pPr lvl="4">
              <a:spcBef>
                <a:spcPts val="0"/>
              </a:spcBef>
              <a:spcAft>
                <a:spcPts val="0"/>
              </a:spcAft>
              <a:buClr>
                <a:schemeClr val="lt1"/>
              </a:buClr>
              <a:buSzPts val="15000"/>
              <a:buNone/>
              <a:defRPr sz="15000">
                <a:solidFill>
                  <a:schemeClr val="lt1"/>
                </a:solidFill>
              </a:defRPr>
            </a:lvl5pPr>
            <a:lvl6pPr lvl="5">
              <a:spcBef>
                <a:spcPts val="0"/>
              </a:spcBef>
              <a:spcAft>
                <a:spcPts val="0"/>
              </a:spcAft>
              <a:buClr>
                <a:schemeClr val="lt1"/>
              </a:buClr>
              <a:buSzPts val="15000"/>
              <a:buNone/>
              <a:defRPr sz="15000">
                <a:solidFill>
                  <a:schemeClr val="lt1"/>
                </a:solidFill>
              </a:defRPr>
            </a:lvl6pPr>
            <a:lvl7pPr lvl="6">
              <a:spcBef>
                <a:spcPts val="0"/>
              </a:spcBef>
              <a:spcAft>
                <a:spcPts val="0"/>
              </a:spcAft>
              <a:buClr>
                <a:schemeClr val="lt1"/>
              </a:buClr>
              <a:buSzPts val="15000"/>
              <a:buNone/>
              <a:defRPr sz="15000">
                <a:solidFill>
                  <a:schemeClr val="lt1"/>
                </a:solidFill>
              </a:defRPr>
            </a:lvl7pPr>
            <a:lvl8pPr lvl="7">
              <a:spcBef>
                <a:spcPts val="0"/>
              </a:spcBef>
              <a:spcAft>
                <a:spcPts val="0"/>
              </a:spcAft>
              <a:buClr>
                <a:schemeClr val="lt1"/>
              </a:buClr>
              <a:buSzPts val="15000"/>
              <a:buNone/>
              <a:defRPr sz="15000">
                <a:solidFill>
                  <a:schemeClr val="lt1"/>
                </a:solidFill>
              </a:defRPr>
            </a:lvl8pPr>
            <a:lvl9pPr lvl="8">
              <a:spcBef>
                <a:spcPts val="0"/>
              </a:spcBef>
              <a:spcAft>
                <a:spcPts val="0"/>
              </a:spcAft>
              <a:buClr>
                <a:schemeClr val="lt1"/>
              </a:buClr>
              <a:buSzPts val="15000"/>
              <a:buNone/>
              <a:defRPr sz="15000">
                <a:solidFill>
                  <a:schemeClr val="lt1"/>
                </a:solidFill>
              </a:defRPr>
            </a:lvl9pPr>
          </a:lstStyle>
          <a:p/>
        </p:txBody>
      </p:sp>
      <p:sp>
        <p:nvSpPr>
          <p:cNvPr id="225" name="Google Shape;225;p21"/>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 Mocks 1">
  <p:cSld name="CUSTOM_7">
    <p:spTree>
      <p:nvGrpSpPr>
        <p:cNvPr id="226" name="Shape 226"/>
        <p:cNvGrpSpPr/>
        <p:nvPr/>
      </p:nvGrpSpPr>
      <p:grpSpPr>
        <a:xfrm>
          <a:off x="0" y="0"/>
          <a:ext cx="0" cy="0"/>
          <a:chOff x="0" y="0"/>
          <a:chExt cx="0" cy="0"/>
        </a:xfrm>
      </p:grpSpPr>
      <p:pic>
        <p:nvPicPr>
          <p:cNvPr descr="Design mock of a smartphone." id="227" name="Google Shape;227;p22"/>
          <p:cNvPicPr preferRelativeResize="0"/>
          <p:nvPr/>
        </p:nvPicPr>
        <p:blipFill>
          <a:blip r:embed="rId2">
            <a:alphaModFix/>
          </a:blip>
          <a:stretch>
            <a:fillRect/>
          </a:stretch>
        </p:blipFill>
        <p:spPr>
          <a:xfrm>
            <a:off x="776119" y="760213"/>
            <a:ext cx="2045398" cy="3618224"/>
          </a:xfrm>
          <a:prstGeom prst="rect">
            <a:avLst/>
          </a:prstGeom>
          <a:noFill/>
          <a:ln>
            <a:noFill/>
          </a:ln>
        </p:spPr>
      </p:pic>
      <p:pic>
        <p:nvPicPr>
          <p:cNvPr descr="Design mock of a tablet computer." id="228" name="Google Shape;228;p22"/>
          <p:cNvPicPr preferRelativeResize="0"/>
          <p:nvPr/>
        </p:nvPicPr>
        <p:blipFill rotWithShape="1">
          <a:blip r:embed="rId3">
            <a:alphaModFix/>
          </a:blip>
          <a:srcRect b="0" l="4471" r="4462" t="0"/>
          <a:stretch/>
        </p:blipFill>
        <p:spPr>
          <a:xfrm>
            <a:off x="3469416" y="760225"/>
            <a:ext cx="5023764" cy="3623074"/>
          </a:xfrm>
          <a:prstGeom prst="rect">
            <a:avLst/>
          </a:prstGeom>
          <a:noFill/>
          <a:ln>
            <a:noFill/>
          </a:ln>
        </p:spPr>
      </p:pic>
      <p:sp>
        <p:nvSpPr>
          <p:cNvPr id="229" name="Google Shape;229;p22"/>
          <p:cNvSpPr/>
          <p:nvPr>
            <p:ph idx="2" type="pic"/>
          </p:nvPr>
        </p:nvSpPr>
        <p:spPr>
          <a:xfrm>
            <a:off x="993900" y="844150"/>
            <a:ext cx="1614300" cy="3417000"/>
          </a:xfrm>
          <a:prstGeom prst="roundRect">
            <a:avLst>
              <a:gd fmla="val 12259" name="adj"/>
            </a:avLst>
          </a:prstGeom>
          <a:noFill/>
          <a:ln>
            <a:noFill/>
          </a:ln>
        </p:spPr>
      </p:sp>
      <p:sp>
        <p:nvSpPr>
          <p:cNvPr id="230" name="Google Shape;230;p22"/>
          <p:cNvSpPr/>
          <p:nvPr>
            <p:ph idx="3" type="pic"/>
          </p:nvPr>
        </p:nvSpPr>
        <p:spPr>
          <a:xfrm>
            <a:off x="3568350" y="844150"/>
            <a:ext cx="4812300" cy="3417000"/>
          </a:xfrm>
          <a:prstGeom prst="roundRect">
            <a:avLst>
              <a:gd fmla="val 4881" name="adj"/>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 Mocks 2">
  <p:cSld name="CUSTOM_8">
    <p:spTree>
      <p:nvGrpSpPr>
        <p:cNvPr id="231" name="Shape 231"/>
        <p:cNvGrpSpPr/>
        <p:nvPr/>
      </p:nvGrpSpPr>
      <p:grpSpPr>
        <a:xfrm>
          <a:off x="0" y="0"/>
          <a:ext cx="0" cy="0"/>
          <a:chOff x="0" y="0"/>
          <a:chExt cx="0" cy="0"/>
        </a:xfrm>
      </p:grpSpPr>
      <p:pic>
        <p:nvPicPr>
          <p:cNvPr descr="Design mock of a smartphone." id="232" name="Google Shape;232;p23"/>
          <p:cNvPicPr preferRelativeResize="0"/>
          <p:nvPr/>
        </p:nvPicPr>
        <p:blipFill>
          <a:blip r:embed="rId2">
            <a:alphaModFix/>
          </a:blip>
          <a:stretch>
            <a:fillRect/>
          </a:stretch>
        </p:blipFill>
        <p:spPr>
          <a:xfrm>
            <a:off x="595000" y="414700"/>
            <a:ext cx="2438799" cy="4314097"/>
          </a:xfrm>
          <a:prstGeom prst="rect">
            <a:avLst/>
          </a:prstGeom>
          <a:noFill/>
          <a:ln>
            <a:noFill/>
          </a:ln>
        </p:spPr>
      </p:pic>
      <p:sp>
        <p:nvSpPr>
          <p:cNvPr id="233" name="Google Shape;233;p23"/>
          <p:cNvSpPr/>
          <p:nvPr>
            <p:ph idx="2" type="pic"/>
          </p:nvPr>
        </p:nvSpPr>
        <p:spPr>
          <a:xfrm>
            <a:off x="868900" y="515475"/>
            <a:ext cx="1911000" cy="4078200"/>
          </a:xfrm>
          <a:prstGeom prst="roundRect">
            <a:avLst>
              <a:gd fmla="val 10964" name="adj"/>
            </a:avLst>
          </a:prstGeom>
          <a:noFill/>
          <a:ln>
            <a:noFill/>
          </a:ln>
        </p:spPr>
      </p:sp>
      <p:pic>
        <p:nvPicPr>
          <p:cNvPr descr="Design mock of a smartphone." id="234" name="Google Shape;234;p23"/>
          <p:cNvPicPr preferRelativeResize="0"/>
          <p:nvPr/>
        </p:nvPicPr>
        <p:blipFill>
          <a:blip r:embed="rId2">
            <a:alphaModFix/>
          </a:blip>
          <a:stretch>
            <a:fillRect/>
          </a:stretch>
        </p:blipFill>
        <p:spPr>
          <a:xfrm>
            <a:off x="3352600" y="414700"/>
            <a:ext cx="2438799" cy="4314097"/>
          </a:xfrm>
          <a:prstGeom prst="rect">
            <a:avLst/>
          </a:prstGeom>
          <a:noFill/>
          <a:ln>
            <a:noFill/>
          </a:ln>
        </p:spPr>
      </p:pic>
      <p:sp>
        <p:nvSpPr>
          <p:cNvPr id="235" name="Google Shape;235;p23"/>
          <p:cNvSpPr/>
          <p:nvPr>
            <p:ph idx="3" type="pic"/>
          </p:nvPr>
        </p:nvSpPr>
        <p:spPr>
          <a:xfrm>
            <a:off x="3626500" y="515475"/>
            <a:ext cx="1911000" cy="4078200"/>
          </a:xfrm>
          <a:prstGeom prst="roundRect">
            <a:avLst>
              <a:gd fmla="val 10964" name="adj"/>
            </a:avLst>
          </a:prstGeom>
          <a:noFill/>
          <a:ln>
            <a:noFill/>
          </a:ln>
        </p:spPr>
      </p:sp>
      <p:pic>
        <p:nvPicPr>
          <p:cNvPr descr="Design mock of a smartphone." id="236" name="Google Shape;236;p23"/>
          <p:cNvPicPr preferRelativeResize="0"/>
          <p:nvPr/>
        </p:nvPicPr>
        <p:blipFill>
          <a:blip r:embed="rId2">
            <a:alphaModFix/>
          </a:blip>
          <a:stretch>
            <a:fillRect/>
          </a:stretch>
        </p:blipFill>
        <p:spPr>
          <a:xfrm>
            <a:off x="6110200" y="414700"/>
            <a:ext cx="2438799" cy="4314097"/>
          </a:xfrm>
          <a:prstGeom prst="rect">
            <a:avLst/>
          </a:prstGeom>
          <a:noFill/>
          <a:ln>
            <a:noFill/>
          </a:ln>
        </p:spPr>
      </p:pic>
      <p:sp>
        <p:nvSpPr>
          <p:cNvPr id="237" name="Google Shape;237;p23"/>
          <p:cNvSpPr/>
          <p:nvPr>
            <p:ph idx="4" type="pic"/>
          </p:nvPr>
        </p:nvSpPr>
        <p:spPr>
          <a:xfrm>
            <a:off x="6384100" y="515475"/>
            <a:ext cx="1911000" cy="4078200"/>
          </a:xfrm>
          <a:prstGeom prst="roundRect">
            <a:avLst>
              <a:gd fmla="val 10964" name="adj"/>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 Mocks 3">
  <p:cSld name="CUSTOM_9">
    <p:spTree>
      <p:nvGrpSpPr>
        <p:cNvPr id="238" name="Shape 238"/>
        <p:cNvGrpSpPr/>
        <p:nvPr/>
      </p:nvGrpSpPr>
      <p:grpSpPr>
        <a:xfrm>
          <a:off x="0" y="0"/>
          <a:ext cx="0" cy="0"/>
          <a:chOff x="0" y="0"/>
          <a:chExt cx="0" cy="0"/>
        </a:xfrm>
      </p:grpSpPr>
      <p:pic>
        <p:nvPicPr>
          <p:cNvPr descr="Design mock of a desktop computer." id="239" name="Google Shape;239;p24"/>
          <p:cNvPicPr preferRelativeResize="0"/>
          <p:nvPr/>
        </p:nvPicPr>
        <p:blipFill>
          <a:blip r:embed="rId2">
            <a:alphaModFix/>
          </a:blip>
          <a:stretch>
            <a:fillRect/>
          </a:stretch>
        </p:blipFill>
        <p:spPr>
          <a:xfrm>
            <a:off x="1874249" y="304725"/>
            <a:ext cx="5395502" cy="4534052"/>
          </a:xfrm>
          <a:prstGeom prst="rect">
            <a:avLst/>
          </a:prstGeom>
          <a:noFill/>
          <a:ln>
            <a:noFill/>
          </a:ln>
        </p:spPr>
      </p:pic>
      <p:sp>
        <p:nvSpPr>
          <p:cNvPr id="240" name="Google Shape;240;p24"/>
          <p:cNvSpPr/>
          <p:nvPr>
            <p:ph idx="2" type="pic"/>
          </p:nvPr>
        </p:nvSpPr>
        <p:spPr>
          <a:xfrm>
            <a:off x="1956925" y="389550"/>
            <a:ext cx="5231400" cy="29565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241" name="Shape 241"/>
        <p:cNvGrpSpPr/>
        <p:nvPr/>
      </p:nvGrpSpPr>
      <p:grpSpPr>
        <a:xfrm>
          <a:off x="0" y="0"/>
          <a:ext cx="0" cy="0"/>
          <a:chOff x="0" y="0"/>
          <a:chExt cx="0" cy="0"/>
        </a:xfrm>
      </p:grpSpPr>
      <p:sp>
        <p:nvSpPr>
          <p:cNvPr id="242" name="Google Shape;242;p2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43" name="Google Shape;243;p2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44" name="Google Shape;244;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245" name="Shape 245"/>
        <p:cNvGrpSpPr/>
        <p:nvPr/>
      </p:nvGrpSpPr>
      <p:grpSpPr>
        <a:xfrm>
          <a:off x="0" y="0"/>
          <a:ext cx="0" cy="0"/>
          <a:chOff x="0" y="0"/>
          <a:chExt cx="0" cy="0"/>
        </a:xfrm>
      </p:grpSpPr>
      <p:sp>
        <p:nvSpPr>
          <p:cNvPr id="246" name="Google Shape;246;p2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47" name="Google Shape;247;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248" name="Shape 248"/>
        <p:cNvGrpSpPr/>
        <p:nvPr/>
      </p:nvGrpSpPr>
      <p:grpSpPr>
        <a:xfrm>
          <a:off x="0" y="0"/>
          <a:ext cx="0" cy="0"/>
          <a:chOff x="0" y="0"/>
          <a:chExt cx="0" cy="0"/>
        </a:xfrm>
      </p:grpSpPr>
      <p:sp>
        <p:nvSpPr>
          <p:cNvPr id="249" name="Google Shape;249;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1" name="Google Shape;251;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252" name="Shape 252"/>
        <p:cNvGrpSpPr/>
        <p:nvPr/>
      </p:nvGrpSpPr>
      <p:grpSpPr>
        <a:xfrm>
          <a:off x="0" y="0"/>
          <a:ext cx="0" cy="0"/>
          <a:chOff x="0" y="0"/>
          <a:chExt cx="0" cy="0"/>
        </a:xfrm>
      </p:grpSpPr>
      <p:sp>
        <p:nvSpPr>
          <p:cNvPr id="253" name="Google Shape;253;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5" name="Google Shape;255;p28"/>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6" name="Google Shape;256;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57" name="Shape 257"/>
        <p:cNvGrpSpPr/>
        <p:nvPr/>
      </p:nvGrpSpPr>
      <p:grpSpPr>
        <a:xfrm>
          <a:off x="0" y="0"/>
          <a:ext cx="0" cy="0"/>
          <a:chOff x="0" y="0"/>
          <a:chExt cx="0" cy="0"/>
        </a:xfrm>
      </p:grpSpPr>
      <p:sp>
        <p:nvSpPr>
          <p:cNvPr id="258" name="Google Shape;258;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 name="Google Shape;259;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60" name="Shape 260"/>
        <p:cNvGrpSpPr/>
        <p:nvPr/>
      </p:nvGrpSpPr>
      <p:grpSpPr>
        <a:xfrm>
          <a:off x="0" y="0"/>
          <a:ext cx="0" cy="0"/>
          <a:chOff x="0" y="0"/>
          <a:chExt cx="0" cy="0"/>
        </a:xfrm>
      </p:grpSpPr>
      <p:sp>
        <p:nvSpPr>
          <p:cNvPr id="261" name="Google Shape;261;p3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62" name="Google Shape;262;p3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3" name="Google Shape;263;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64" name="Shape 264"/>
        <p:cNvGrpSpPr/>
        <p:nvPr/>
      </p:nvGrpSpPr>
      <p:grpSpPr>
        <a:xfrm>
          <a:off x="0" y="0"/>
          <a:ext cx="0" cy="0"/>
          <a:chOff x="0" y="0"/>
          <a:chExt cx="0" cy="0"/>
        </a:xfrm>
      </p:grpSpPr>
      <p:sp>
        <p:nvSpPr>
          <p:cNvPr id="265" name="Google Shape;265;p3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66" name="Google Shape;266;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267" name="Shape 267"/>
        <p:cNvGrpSpPr/>
        <p:nvPr/>
      </p:nvGrpSpPr>
      <p:grpSpPr>
        <a:xfrm>
          <a:off x="0" y="0"/>
          <a:ext cx="0" cy="0"/>
          <a:chOff x="0" y="0"/>
          <a:chExt cx="0" cy="0"/>
        </a:xfrm>
      </p:grpSpPr>
      <p:sp>
        <p:nvSpPr>
          <p:cNvPr id="268" name="Google Shape;268;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70" name="Google Shape;270;p3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71" name="Google Shape;271;p3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72" name="Google Shape;272;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atin typeface="Archivo"/>
                <a:ea typeface="Archivo"/>
                <a:cs typeface="Archivo"/>
                <a:sym typeface="Archivo"/>
              </a:defRPr>
            </a:lvl1pPr>
            <a:lvl2pPr lvl="1">
              <a:buNone/>
              <a:defRPr>
                <a:latin typeface="Archivo"/>
                <a:ea typeface="Archivo"/>
                <a:cs typeface="Archivo"/>
                <a:sym typeface="Archivo"/>
              </a:defRPr>
            </a:lvl2pPr>
            <a:lvl3pPr lvl="2">
              <a:buNone/>
              <a:defRPr>
                <a:latin typeface="Archivo"/>
                <a:ea typeface="Archivo"/>
                <a:cs typeface="Archivo"/>
                <a:sym typeface="Archivo"/>
              </a:defRPr>
            </a:lvl3pPr>
            <a:lvl4pPr lvl="3">
              <a:buNone/>
              <a:defRPr>
                <a:latin typeface="Archivo"/>
                <a:ea typeface="Archivo"/>
                <a:cs typeface="Archivo"/>
                <a:sym typeface="Archivo"/>
              </a:defRPr>
            </a:lvl4pPr>
            <a:lvl5pPr lvl="4">
              <a:buNone/>
              <a:defRPr>
                <a:latin typeface="Archivo"/>
                <a:ea typeface="Archivo"/>
                <a:cs typeface="Archivo"/>
                <a:sym typeface="Archivo"/>
              </a:defRPr>
            </a:lvl5pPr>
            <a:lvl6pPr lvl="5">
              <a:buNone/>
              <a:defRPr>
                <a:latin typeface="Archivo"/>
                <a:ea typeface="Archivo"/>
                <a:cs typeface="Archivo"/>
                <a:sym typeface="Archivo"/>
              </a:defRPr>
            </a:lvl6pPr>
            <a:lvl7pPr lvl="6">
              <a:buNone/>
              <a:defRPr>
                <a:latin typeface="Archivo"/>
                <a:ea typeface="Archivo"/>
                <a:cs typeface="Archivo"/>
                <a:sym typeface="Archivo"/>
              </a:defRPr>
            </a:lvl7pPr>
            <a:lvl8pPr lvl="7">
              <a:buNone/>
              <a:defRPr>
                <a:latin typeface="Archivo"/>
                <a:ea typeface="Archivo"/>
                <a:cs typeface="Archivo"/>
                <a:sym typeface="Archivo"/>
              </a:defRPr>
            </a:lvl8pPr>
            <a:lvl9pPr lvl="8">
              <a:buNone/>
              <a:defRPr>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273" name="Shape 273"/>
        <p:cNvGrpSpPr/>
        <p:nvPr/>
      </p:nvGrpSpPr>
      <p:grpSpPr>
        <a:xfrm>
          <a:off x="0" y="0"/>
          <a:ext cx="0" cy="0"/>
          <a:chOff x="0" y="0"/>
          <a:chExt cx="0" cy="0"/>
        </a:xfrm>
      </p:grpSpPr>
      <p:sp>
        <p:nvSpPr>
          <p:cNvPr id="274" name="Google Shape;274;p3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000"/>
              <a:buNone/>
              <a:defRPr/>
            </a:lvl1pPr>
          </a:lstStyle>
          <a:p/>
        </p:txBody>
      </p:sp>
      <p:sp>
        <p:nvSpPr>
          <p:cNvPr id="275" name="Google Shape;275;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276" name="Shape 276"/>
        <p:cNvGrpSpPr/>
        <p:nvPr/>
      </p:nvGrpSpPr>
      <p:grpSpPr>
        <a:xfrm>
          <a:off x="0" y="0"/>
          <a:ext cx="0" cy="0"/>
          <a:chOff x="0" y="0"/>
          <a:chExt cx="0" cy="0"/>
        </a:xfrm>
      </p:grpSpPr>
      <p:sp>
        <p:nvSpPr>
          <p:cNvPr id="277" name="Google Shape;277;p3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78" name="Google Shape;278;p3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279" name="Google Shape;279;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0" name="Shape 280"/>
        <p:cNvGrpSpPr/>
        <p:nvPr/>
      </p:nvGrpSpPr>
      <p:grpSpPr>
        <a:xfrm>
          <a:off x="0" y="0"/>
          <a:ext cx="0" cy="0"/>
          <a:chOff x="0" y="0"/>
          <a:chExt cx="0" cy="0"/>
        </a:xfrm>
      </p:grpSpPr>
      <p:sp>
        <p:nvSpPr>
          <p:cNvPr id="281" name="Google Shape;281;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282" name="Shape 282"/>
        <p:cNvGrpSpPr/>
        <p:nvPr/>
      </p:nvGrpSpPr>
      <p:grpSpPr>
        <a:xfrm>
          <a:off x="0" y="0"/>
          <a:ext cx="0" cy="0"/>
          <a:chOff x="0" y="0"/>
          <a:chExt cx="0" cy="0"/>
        </a:xfrm>
      </p:grpSpPr>
      <p:sp>
        <p:nvSpPr>
          <p:cNvPr id="283" name="Google Shape;283;p36"/>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4" name="Google Shape;284;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85" name="Google Shape;285;p36"/>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286" name="Google Shape;286;p36"/>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287" name="Google Shape;287;p36"/>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288" name="Google Shape;288;p36"/>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289" name="Google Shape;289;p36"/>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290" name="Google Shape;290;p36"/>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291" name="Shape 291"/>
        <p:cNvGrpSpPr/>
        <p:nvPr/>
      </p:nvGrpSpPr>
      <p:grpSpPr>
        <a:xfrm>
          <a:off x="0" y="0"/>
          <a:ext cx="0" cy="0"/>
          <a:chOff x="0" y="0"/>
          <a:chExt cx="0" cy="0"/>
        </a:xfrm>
      </p:grpSpPr>
      <p:sp>
        <p:nvSpPr>
          <p:cNvPr id="292" name="Google Shape;292;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3" name="Google Shape;293;p37"/>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4" name="Google Shape;294;p37"/>
          <p:cNvSpPr/>
          <p:nvPr>
            <p:ph idx="2" type="pic"/>
          </p:nvPr>
        </p:nvSpPr>
        <p:spPr>
          <a:xfrm>
            <a:off x="4992024" y="1152775"/>
            <a:ext cx="3840300" cy="3416400"/>
          </a:xfrm>
          <a:prstGeom prst="rect">
            <a:avLst/>
          </a:prstGeom>
          <a:noFill/>
          <a:ln>
            <a:noFill/>
          </a:ln>
        </p:spPr>
      </p:sp>
      <p:sp>
        <p:nvSpPr>
          <p:cNvPr id="295" name="Google Shape;295;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2">
    <p:spTree>
      <p:nvGrpSpPr>
        <p:cNvPr id="296" name="Shape 296"/>
        <p:cNvGrpSpPr/>
        <p:nvPr/>
      </p:nvGrpSpPr>
      <p:grpSpPr>
        <a:xfrm>
          <a:off x="0" y="0"/>
          <a:ext cx="0" cy="0"/>
          <a:chOff x="0" y="0"/>
          <a:chExt cx="0" cy="0"/>
        </a:xfrm>
      </p:grpSpPr>
      <p:sp>
        <p:nvSpPr>
          <p:cNvPr id="297" name="Google Shape;297;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98" name="Google Shape;298;p3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99" name="Google Shape;299;p38"/>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0" name="Google Shape;300;p38"/>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1" name="Google Shape;301;p38"/>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02" name="Google Shape;302;p38"/>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303" name="Shape 303"/>
        <p:cNvGrpSpPr/>
        <p:nvPr/>
      </p:nvGrpSpPr>
      <p:grpSpPr>
        <a:xfrm>
          <a:off x="0" y="0"/>
          <a:ext cx="0" cy="0"/>
          <a:chOff x="0" y="0"/>
          <a:chExt cx="0" cy="0"/>
        </a:xfrm>
      </p:grpSpPr>
      <p:sp>
        <p:nvSpPr>
          <p:cNvPr id="304" name="Google Shape;304;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05" name="Google Shape;305;p39"/>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6" name="Google Shape;306;p39"/>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7" name="Google Shape;307;p39"/>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8" name="Google Shape;308;p3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9" name="Google Shape;309;p39"/>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10" name="Google Shape;310;p39"/>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11" name="Google Shape;311;p39"/>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312" name="Shape 312"/>
        <p:cNvGrpSpPr/>
        <p:nvPr/>
      </p:nvGrpSpPr>
      <p:grpSpPr>
        <a:xfrm>
          <a:off x="0" y="0"/>
          <a:ext cx="0" cy="0"/>
          <a:chOff x="0" y="0"/>
          <a:chExt cx="0" cy="0"/>
        </a:xfrm>
      </p:grpSpPr>
      <p:sp>
        <p:nvSpPr>
          <p:cNvPr id="313" name="Google Shape;313;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14" name="Google Shape;314;p40"/>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5" name="Google Shape;315;p40"/>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6" name="Google Shape;316;p40"/>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7" name="Google Shape;317;p40"/>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8" name="Google Shape;318;p40"/>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9" name="Google Shape;319;p40"/>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20" name="Google Shape;320;p40"/>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21" name="Google Shape;321;p40"/>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22" name="Google Shape;322;p40"/>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323" name="Shape 323"/>
        <p:cNvGrpSpPr/>
        <p:nvPr/>
      </p:nvGrpSpPr>
      <p:grpSpPr>
        <a:xfrm>
          <a:off x="0" y="0"/>
          <a:ext cx="0" cy="0"/>
          <a:chOff x="0" y="0"/>
          <a:chExt cx="0" cy="0"/>
        </a:xfrm>
      </p:grpSpPr>
      <p:sp>
        <p:nvSpPr>
          <p:cNvPr id="324" name="Google Shape;324;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5" name="Google Shape;325;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26" name="Google Shape;326;p41"/>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327" name="Shape 327"/>
        <p:cNvGrpSpPr/>
        <p:nvPr/>
      </p:nvGrpSpPr>
      <p:grpSpPr>
        <a:xfrm>
          <a:off x="0" y="0"/>
          <a:ext cx="0" cy="0"/>
          <a:chOff x="0" y="0"/>
          <a:chExt cx="0" cy="0"/>
        </a:xfrm>
      </p:grpSpPr>
      <p:sp>
        <p:nvSpPr>
          <p:cNvPr id="328" name="Google Shape;328;p42"/>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9" name="Google Shape;329;p42"/>
          <p:cNvSpPr/>
          <p:nvPr>
            <p:ph idx="2" type="pic"/>
          </p:nvPr>
        </p:nvSpPr>
        <p:spPr>
          <a:xfrm>
            <a:off x="4804825" y="1133300"/>
            <a:ext cx="4027500" cy="2392800"/>
          </a:xfrm>
          <a:prstGeom prst="rect">
            <a:avLst/>
          </a:prstGeom>
          <a:noFill/>
          <a:ln>
            <a:noFill/>
          </a:ln>
        </p:spPr>
      </p:sp>
      <p:sp>
        <p:nvSpPr>
          <p:cNvPr id="330" name="Google Shape;330;p42"/>
          <p:cNvSpPr/>
          <p:nvPr>
            <p:ph idx="3" type="pic"/>
          </p:nvPr>
        </p:nvSpPr>
        <p:spPr>
          <a:xfrm>
            <a:off x="311725" y="1133300"/>
            <a:ext cx="4027500" cy="2392800"/>
          </a:xfrm>
          <a:prstGeom prst="rect">
            <a:avLst/>
          </a:prstGeom>
          <a:noFill/>
          <a:ln>
            <a:noFill/>
          </a:ln>
        </p:spPr>
      </p:sp>
      <p:sp>
        <p:nvSpPr>
          <p:cNvPr id="331" name="Google Shape;331;p42"/>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2" name="Google Shape;332;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33" name="Google Shape;333;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4" name="Google Shape;334;p42"/>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35" name="Google Shape;335;p42"/>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336" name="Shape 336"/>
        <p:cNvGrpSpPr/>
        <p:nvPr/>
      </p:nvGrpSpPr>
      <p:grpSpPr>
        <a:xfrm>
          <a:off x="0" y="0"/>
          <a:ext cx="0" cy="0"/>
          <a:chOff x="0" y="0"/>
          <a:chExt cx="0" cy="0"/>
        </a:xfrm>
      </p:grpSpPr>
      <p:sp>
        <p:nvSpPr>
          <p:cNvPr id="337" name="Google Shape;337;p43"/>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8" name="Google Shape;338;p43"/>
          <p:cNvSpPr/>
          <p:nvPr>
            <p:ph idx="2" type="pic"/>
          </p:nvPr>
        </p:nvSpPr>
        <p:spPr>
          <a:xfrm>
            <a:off x="6205225" y="1128325"/>
            <a:ext cx="2627100" cy="2273100"/>
          </a:xfrm>
          <a:prstGeom prst="rect">
            <a:avLst/>
          </a:prstGeom>
          <a:noFill/>
          <a:ln>
            <a:noFill/>
          </a:ln>
        </p:spPr>
      </p:sp>
      <p:sp>
        <p:nvSpPr>
          <p:cNvPr id="339" name="Google Shape;339;p43"/>
          <p:cNvSpPr/>
          <p:nvPr>
            <p:ph idx="3" type="pic"/>
          </p:nvPr>
        </p:nvSpPr>
        <p:spPr>
          <a:xfrm>
            <a:off x="311725" y="1128325"/>
            <a:ext cx="2627100" cy="2273100"/>
          </a:xfrm>
          <a:prstGeom prst="rect">
            <a:avLst/>
          </a:prstGeom>
          <a:noFill/>
          <a:ln>
            <a:noFill/>
          </a:ln>
        </p:spPr>
      </p:sp>
      <p:sp>
        <p:nvSpPr>
          <p:cNvPr id="340" name="Google Shape;340;p43"/>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1" name="Google Shape;341;p43"/>
          <p:cNvSpPr/>
          <p:nvPr>
            <p:ph idx="5" type="pic"/>
          </p:nvPr>
        </p:nvSpPr>
        <p:spPr>
          <a:xfrm>
            <a:off x="3255250" y="1128325"/>
            <a:ext cx="2627100" cy="2273100"/>
          </a:xfrm>
          <a:prstGeom prst="rect">
            <a:avLst/>
          </a:prstGeom>
          <a:noFill/>
          <a:ln>
            <a:noFill/>
          </a:ln>
        </p:spPr>
      </p:sp>
      <p:sp>
        <p:nvSpPr>
          <p:cNvPr id="342" name="Google Shape;342;p43"/>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3" name="Google Shape;343;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44" name="Google Shape;344;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5" name="Google Shape;345;p43"/>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46" name="Google Shape;346;p43"/>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47" name="Google Shape;347;p43"/>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348" name="Shape 348"/>
        <p:cNvGrpSpPr/>
        <p:nvPr/>
      </p:nvGrpSpPr>
      <p:grpSpPr>
        <a:xfrm>
          <a:off x="0" y="0"/>
          <a:ext cx="0" cy="0"/>
          <a:chOff x="0" y="0"/>
          <a:chExt cx="0" cy="0"/>
        </a:xfrm>
      </p:grpSpPr>
      <p:sp>
        <p:nvSpPr>
          <p:cNvPr id="349" name="Google Shape;349;p44"/>
          <p:cNvSpPr/>
          <p:nvPr>
            <p:ph idx="2" type="pic"/>
          </p:nvPr>
        </p:nvSpPr>
        <p:spPr>
          <a:xfrm>
            <a:off x="311700" y="445025"/>
            <a:ext cx="8520600" cy="4218300"/>
          </a:xfrm>
          <a:prstGeom prst="rect">
            <a:avLst/>
          </a:prstGeom>
          <a:noFill/>
          <a:ln>
            <a:noFill/>
          </a:ln>
        </p:spPr>
      </p:sp>
      <p:sp>
        <p:nvSpPr>
          <p:cNvPr id="350" name="Google Shape;350;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351" name="Shape 351"/>
        <p:cNvGrpSpPr/>
        <p:nvPr/>
      </p:nvGrpSpPr>
      <p:grpSpPr>
        <a:xfrm>
          <a:off x="0" y="0"/>
          <a:ext cx="0" cy="0"/>
          <a:chOff x="0" y="0"/>
          <a:chExt cx="0" cy="0"/>
        </a:xfrm>
      </p:grpSpPr>
      <p:sp>
        <p:nvSpPr>
          <p:cNvPr id="352" name="Google Shape;352;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53" name="Google Shape;353;p45"/>
          <p:cNvSpPr/>
          <p:nvPr>
            <p:ph idx="2" type="pic"/>
          </p:nvPr>
        </p:nvSpPr>
        <p:spPr>
          <a:xfrm>
            <a:off x="3389600" y="118913"/>
            <a:ext cx="1643700" cy="1535100"/>
          </a:xfrm>
          <a:prstGeom prst="rect">
            <a:avLst/>
          </a:prstGeom>
          <a:noFill/>
          <a:ln>
            <a:noFill/>
          </a:ln>
        </p:spPr>
      </p:sp>
      <p:sp>
        <p:nvSpPr>
          <p:cNvPr id="354" name="Google Shape;354;p45"/>
          <p:cNvSpPr/>
          <p:nvPr>
            <p:ph idx="3" type="pic"/>
          </p:nvPr>
        </p:nvSpPr>
        <p:spPr>
          <a:xfrm>
            <a:off x="5195935" y="118913"/>
            <a:ext cx="1643700" cy="1535100"/>
          </a:xfrm>
          <a:prstGeom prst="rect">
            <a:avLst/>
          </a:prstGeom>
          <a:noFill/>
          <a:ln>
            <a:noFill/>
          </a:ln>
        </p:spPr>
      </p:sp>
      <p:sp>
        <p:nvSpPr>
          <p:cNvPr id="355" name="Google Shape;355;p45"/>
          <p:cNvSpPr/>
          <p:nvPr>
            <p:ph idx="4" type="pic"/>
          </p:nvPr>
        </p:nvSpPr>
        <p:spPr>
          <a:xfrm>
            <a:off x="7002270" y="118913"/>
            <a:ext cx="1643700" cy="1535100"/>
          </a:xfrm>
          <a:prstGeom prst="rect">
            <a:avLst/>
          </a:prstGeom>
          <a:noFill/>
          <a:ln>
            <a:noFill/>
          </a:ln>
        </p:spPr>
      </p:sp>
      <p:sp>
        <p:nvSpPr>
          <p:cNvPr id="356" name="Google Shape;356;p45"/>
          <p:cNvSpPr/>
          <p:nvPr>
            <p:ph idx="5" type="pic"/>
          </p:nvPr>
        </p:nvSpPr>
        <p:spPr>
          <a:xfrm>
            <a:off x="3389588" y="1804212"/>
            <a:ext cx="1643700" cy="1535100"/>
          </a:xfrm>
          <a:prstGeom prst="rect">
            <a:avLst/>
          </a:prstGeom>
          <a:noFill/>
          <a:ln>
            <a:noFill/>
          </a:ln>
        </p:spPr>
      </p:sp>
      <p:sp>
        <p:nvSpPr>
          <p:cNvPr id="357" name="Google Shape;357;p45"/>
          <p:cNvSpPr/>
          <p:nvPr>
            <p:ph idx="6" type="pic"/>
          </p:nvPr>
        </p:nvSpPr>
        <p:spPr>
          <a:xfrm>
            <a:off x="5195922" y="1804212"/>
            <a:ext cx="1643700" cy="1535100"/>
          </a:xfrm>
          <a:prstGeom prst="rect">
            <a:avLst/>
          </a:prstGeom>
          <a:noFill/>
          <a:ln>
            <a:noFill/>
          </a:ln>
        </p:spPr>
      </p:sp>
      <p:sp>
        <p:nvSpPr>
          <p:cNvPr id="358" name="Google Shape;358;p45"/>
          <p:cNvSpPr/>
          <p:nvPr>
            <p:ph idx="7" type="pic"/>
          </p:nvPr>
        </p:nvSpPr>
        <p:spPr>
          <a:xfrm>
            <a:off x="7002257" y="1804212"/>
            <a:ext cx="1643700" cy="1535100"/>
          </a:xfrm>
          <a:prstGeom prst="rect">
            <a:avLst/>
          </a:prstGeom>
          <a:noFill/>
          <a:ln>
            <a:noFill/>
          </a:ln>
        </p:spPr>
      </p:sp>
      <p:sp>
        <p:nvSpPr>
          <p:cNvPr id="359" name="Google Shape;359;p45"/>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0" name="Google Shape;360;p45"/>
          <p:cNvSpPr/>
          <p:nvPr>
            <p:ph idx="8" type="pic"/>
          </p:nvPr>
        </p:nvSpPr>
        <p:spPr>
          <a:xfrm>
            <a:off x="3389588" y="3489487"/>
            <a:ext cx="1643700" cy="1535100"/>
          </a:xfrm>
          <a:prstGeom prst="rect">
            <a:avLst/>
          </a:prstGeom>
          <a:noFill/>
          <a:ln>
            <a:noFill/>
          </a:ln>
        </p:spPr>
      </p:sp>
      <p:sp>
        <p:nvSpPr>
          <p:cNvPr id="361" name="Google Shape;361;p45"/>
          <p:cNvSpPr/>
          <p:nvPr>
            <p:ph idx="9" type="pic"/>
          </p:nvPr>
        </p:nvSpPr>
        <p:spPr>
          <a:xfrm>
            <a:off x="5195922" y="3489487"/>
            <a:ext cx="1643700" cy="1535100"/>
          </a:xfrm>
          <a:prstGeom prst="rect">
            <a:avLst/>
          </a:prstGeom>
          <a:noFill/>
          <a:ln>
            <a:noFill/>
          </a:ln>
        </p:spPr>
      </p:sp>
      <p:sp>
        <p:nvSpPr>
          <p:cNvPr id="362" name="Google Shape;362;p45"/>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45"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900" y="223625"/>
            <a:ext cx="5715000" cy="1835400"/>
          </a:xfrm>
          <a:prstGeom prst="rect">
            <a:avLst/>
          </a:prstGeom>
          <a:noFill/>
          <a:ln>
            <a:noFill/>
          </a:ln>
        </p:spPr>
        <p:txBody>
          <a:bodyPr anchorCtr="0" anchor="t" bIns="91425" lIns="91425" spcFirstLastPara="1" rIns="91425" wrap="square" tIns="91425">
            <a:noAutofit/>
          </a:bodyPr>
          <a:lstStyle>
            <a:lvl1pPr lvl="0">
              <a:lnSpc>
                <a:spcPct val="60000"/>
              </a:lnSpc>
              <a:spcBef>
                <a:spcPts val="0"/>
              </a:spcBef>
              <a:spcAft>
                <a:spcPts val="0"/>
              </a:spcAft>
              <a:buClr>
                <a:schemeClr val="dk1"/>
              </a:buClr>
              <a:buSzPts val="4800"/>
              <a:buFont typeface="Darker Grotesque"/>
              <a:buNone/>
              <a:defRPr b="1" sz="4800">
                <a:solidFill>
                  <a:schemeClr val="dk1"/>
                </a:solidFill>
                <a:latin typeface="Darker Grotesque"/>
                <a:ea typeface="Darker Grotesque"/>
                <a:cs typeface="Darker Grotesque"/>
                <a:sym typeface="Darker Grotesque"/>
              </a:defRPr>
            </a:lvl1pPr>
            <a:lvl2pPr lvl="1">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2pPr>
            <a:lvl3pPr lvl="2">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3pPr>
            <a:lvl4pPr lvl="3">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4pPr>
            <a:lvl5pPr lvl="4">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5pPr>
            <a:lvl6pPr lvl="5">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6pPr>
            <a:lvl7pPr lvl="6">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7pPr>
            <a:lvl8pPr lvl="7">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8pPr>
            <a:lvl9pPr lvl="8">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9pPr>
          </a:lstStyle>
          <a:p/>
        </p:txBody>
      </p:sp>
      <p:sp>
        <p:nvSpPr>
          <p:cNvPr id="7" name="Google Shape;7;p1"/>
          <p:cNvSpPr txBox="1"/>
          <p:nvPr>
            <p:ph idx="1" type="body"/>
          </p:nvPr>
        </p:nvSpPr>
        <p:spPr>
          <a:xfrm>
            <a:off x="230900" y="3328825"/>
            <a:ext cx="6547200" cy="1591200"/>
          </a:xfrm>
          <a:prstGeom prst="rect">
            <a:avLst/>
          </a:prstGeom>
          <a:noFill/>
          <a:ln>
            <a:noFill/>
          </a:ln>
        </p:spPr>
        <p:txBody>
          <a:bodyPr anchorCtr="0" anchor="t" bIns="91425" lIns="91425" spcFirstLastPara="1" rIns="91425" wrap="square" tIns="91425">
            <a:noAutofit/>
          </a:bodyPr>
          <a:lstStyle>
            <a:lvl1pPr indent="-292100" lvl="0" marL="4572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1pPr>
            <a:lvl2pPr indent="-292100" lvl="1" marL="9144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2pPr>
            <a:lvl3pPr indent="-292100" lvl="2" marL="13716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3pPr>
            <a:lvl4pPr indent="-292100" lvl="3" marL="18288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4pPr>
            <a:lvl5pPr indent="-292100" lvl="4" marL="22860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5pPr>
            <a:lvl6pPr indent="-292100" lvl="5" marL="27432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6pPr>
            <a:lvl7pPr indent="-292100" lvl="6" marL="32004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7pPr>
            <a:lvl8pPr indent="-292100" lvl="7" marL="36576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8pPr>
            <a:lvl9pPr indent="-292100" lvl="8" marL="41148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46962"/>
          </p15:clr>
        </p15:guide>
        <p15:guide id="2" orient="horz" pos="141">
          <p15:clr>
            <a:srgbClr val="E46962"/>
          </p15:clr>
        </p15:guide>
        <p15:guide id="3" orient="horz" pos="3099">
          <p15:clr>
            <a:srgbClr val="E46962"/>
          </p15:clr>
        </p15:guide>
        <p15:guide id="4" pos="216">
          <p15:clr>
            <a:srgbClr val="E46962"/>
          </p15:clr>
        </p15:guide>
        <p15:guide id="5" pos="593">
          <p15:clr>
            <a:srgbClr val="E46962"/>
          </p15:clr>
        </p15:guide>
        <p15:guide id="6" pos="669">
          <p15:clr>
            <a:srgbClr val="E46962"/>
          </p15:clr>
        </p15:guide>
        <p15:guide id="7" pos="1044">
          <p15:clr>
            <a:srgbClr val="E46962"/>
          </p15:clr>
        </p15:guide>
        <p15:guide id="8" pos="1119">
          <p15:clr>
            <a:srgbClr val="E46962"/>
          </p15:clr>
        </p15:guide>
        <p15:guide id="9" pos="1494">
          <p15:clr>
            <a:srgbClr val="E46962"/>
          </p15:clr>
        </p15:guide>
        <p15:guide id="10" pos="1569">
          <p15:clr>
            <a:srgbClr val="E46962"/>
          </p15:clr>
        </p15:guide>
        <p15:guide id="11" pos="1944">
          <p15:clr>
            <a:srgbClr val="E46962"/>
          </p15:clr>
        </p15:guide>
        <p15:guide id="12" pos="2019">
          <p15:clr>
            <a:srgbClr val="E46962"/>
          </p15:clr>
        </p15:guide>
        <p15:guide id="13" pos="2394">
          <p15:clr>
            <a:srgbClr val="E46962"/>
          </p15:clr>
        </p15:guide>
        <p15:guide id="14" pos="2469">
          <p15:clr>
            <a:srgbClr val="E46962"/>
          </p15:clr>
        </p15:guide>
        <p15:guide id="15" pos="2844">
          <p15:clr>
            <a:srgbClr val="E46962"/>
          </p15:clr>
        </p15:guide>
        <p15:guide id="16" pos="2919">
          <p15:clr>
            <a:srgbClr val="E46962"/>
          </p15:clr>
        </p15:guide>
        <p15:guide id="17" pos="3294">
          <p15:clr>
            <a:srgbClr val="E46962"/>
          </p15:clr>
        </p15:guide>
        <p15:guide id="18" pos="3370">
          <p15:clr>
            <a:srgbClr val="E46962"/>
          </p15:clr>
        </p15:guide>
        <p15:guide id="19" pos="3744">
          <p15:clr>
            <a:srgbClr val="E46962"/>
          </p15:clr>
        </p15:guide>
        <p15:guide id="20" pos="3816">
          <p15:clr>
            <a:srgbClr val="E46962"/>
          </p15:clr>
        </p15:guide>
        <p15:guide id="21" pos="4194">
          <p15:clr>
            <a:srgbClr val="E46962"/>
          </p15:clr>
        </p15:guide>
        <p15:guide id="22" pos="4270">
          <p15:clr>
            <a:srgbClr val="E46962"/>
          </p15:clr>
        </p15:guide>
        <p15:guide id="23" pos="4644">
          <p15:clr>
            <a:srgbClr val="E46962"/>
          </p15:clr>
        </p15:guide>
        <p15:guide id="24" pos="4720">
          <p15:clr>
            <a:srgbClr val="E46962"/>
          </p15:clr>
        </p15:guide>
        <p15:guide id="25" pos="5094">
          <p15:clr>
            <a:srgbClr val="E46962"/>
          </p15:clr>
        </p15:guide>
        <p15:guide id="26" pos="5170">
          <p15:clr>
            <a:srgbClr val="E46962"/>
          </p15:clr>
        </p15:guide>
        <p15:guide id="27" pos="5544">
          <p15:clr>
            <a:srgbClr val="E46962"/>
          </p15:clr>
        </p15:guide>
        <p15:guide id="28" pos="5616">
          <p15:clr>
            <a:srgbClr val="E46962"/>
          </p15:clr>
        </p15:guide>
        <p15:guide id="29" orient="horz" pos="2927">
          <p15:clr>
            <a:srgbClr val="E46962"/>
          </p15:clr>
        </p15:guide>
        <p15:guide id="30" orient="horz" pos="28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6"/>
          <p:cNvSpPr txBox="1"/>
          <p:nvPr>
            <p:ph type="title"/>
          </p:nvPr>
        </p:nvSpPr>
        <p:spPr>
          <a:xfrm>
            <a:off x="114300" y="92175"/>
            <a:ext cx="8915400" cy="235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5800"/>
              <a:t>Design of an Intrusion Detection System for IoT-Enabled Smart Homes</a:t>
            </a:r>
            <a:endParaRPr sz="5800"/>
          </a:p>
        </p:txBody>
      </p:sp>
      <p:sp>
        <p:nvSpPr>
          <p:cNvPr id="368" name="Google Shape;368;p46"/>
          <p:cNvSpPr txBox="1"/>
          <p:nvPr>
            <p:ph idx="2" type="title"/>
          </p:nvPr>
        </p:nvSpPr>
        <p:spPr>
          <a:xfrm>
            <a:off x="4637775" y="3907850"/>
            <a:ext cx="4041000" cy="1087500"/>
          </a:xfrm>
          <a:prstGeom prst="rect">
            <a:avLst/>
          </a:prstGeom>
        </p:spPr>
        <p:txBody>
          <a:bodyPr anchorCtr="0" anchor="b" bIns="91425" lIns="91425" spcFirstLastPara="1" rIns="91425" wrap="square" tIns="91425">
            <a:noAutofit/>
          </a:bodyPr>
          <a:lstStyle/>
          <a:p>
            <a:pPr indent="0" lvl="0" marL="0" rtl="0" algn="r">
              <a:lnSpc>
                <a:spcPct val="100000"/>
              </a:lnSpc>
              <a:spcBef>
                <a:spcPts val="0"/>
              </a:spcBef>
              <a:spcAft>
                <a:spcPts val="0"/>
              </a:spcAft>
              <a:buClr>
                <a:schemeClr val="lt1"/>
              </a:buClr>
              <a:buSzPts val="990"/>
              <a:buFont typeface="Arial"/>
              <a:buNone/>
            </a:pPr>
            <a:r>
              <a:rPr lang="en" sz="2010"/>
              <a:t>Sai Rohit Kumar Yedla - Y00867742</a:t>
            </a:r>
            <a:endParaRPr sz="2010"/>
          </a:p>
          <a:p>
            <a:pPr indent="0" lvl="0" marL="0" rtl="0" algn="r">
              <a:lnSpc>
                <a:spcPct val="100000"/>
              </a:lnSpc>
              <a:spcBef>
                <a:spcPts val="0"/>
              </a:spcBef>
              <a:spcAft>
                <a:spcPts val="0"/>
              </a:spcAft>
              <a:buClr>
                <a:schemeClr val="lt1"/>
              </a:buClr>
              <a:buSzPts val="990"/>
              <a:buFont typeface="Arial"/>
              <a:buNone/>
            </a:pPr>
            <a:r>
              <a:rPr lang="en" sz="2010"/>
              <a:t>Sairam Seerapu - Y00872154</a:t>
            </a:r>
            <a:endParaRPr sz="2010"/>
          </a:p>
          <a:p>
            <a:pPr indent="0" lvl="0" marL="0" rtl="0" algn="r">
              <a:lnSpc>
                <a:spcPct val="100000"/>
              </a:lnSpc>
              <a:spcBef>
                <a:spcPts val="0"/>
              </a:spcBef>
              <a:spcAft>
                <a:spcPts val="0"/>
              </a:spcAft>
              <a:buClr>
                <a:schemeClr val="lt1"/>
              </a:buClr>
              <a:buSzPts val="990"/>
              <a:buFont typeface="Arial"/>
              <a:buNone/>
            </a:pPr>
            <a:r>
              <a:rPr lang="en" sz="2010"/>
              <a:t>Naga Sai Shivani Datla - Y00860597</a:t>
            </a:r>
            <a:endParaRPr sz="2010"/>
          </a:p>
          <a:p>
            <a:pPr indent="0" lvl="0" marL="0" rtl="0" algn="r">
              <a:lnSpc>
                <a:spcPct val="100000"/>
              </a:lnSpc>
              <a:spcBef>
                <a:spcPts val="0"/>
              </a:spcBef>
              <a:spcAft>
                <a:spcPts val="0"/>
              </a:spcAft>
              <a:buClr>
                <a:schemeClr val="lt1"/>
              </a:buClr>
              <a:buSzPts val="990"/>
              <a:buFont typeface="Arial"/>
              <a:buNone/>
            </a:pPr>
            <a:r>
              <a:t/>
            </a:r>
            <a:endParaRPr sz="2010"/>
          </a:p>
        </p:txBody>
      </p:sp>
      <p:sp>
        <p:nvSpPr>
          <p:cNvPr id="369" name="Google Shape;369;p46"/>
          <p:cNvSpPr txBox="1"/>
          <p:nvPr>
            <p:ph type="title"/>
          </p:nvPr>
        </p:nvSpPr>
        <p:spPr>
          <a:xfrm>
            <a:off x="213356" y="4592400"/>
            <a:ext cx="3658800" cy="32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TEAM - 16</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7"/>
          <p:cNvSpPr txBox="1"/>
          <p:nvPr>
            <p:ph type="title"/>
          </p:nvPr>
        </p:nvSpPr>
        <p:spPr>
          <a:xfrm>
            <a:off x="409800" y="2743200"/>
            <a:ext cx="5648100" cy="2400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1</a:t>
            </a:r>
            <a:endParaRPr/>
          </a:p>
        </p:txBody>
      </p:sp>
      <p:sp>
        <p:nvSpPr>
          <p:cNvPr id="375" name="Google Shape;375;p47"/>
          <p:cNvSpPr txBox="1"/>
          <p:nvPr>
            <p:ph idx="1" type="subTitle"/>
          </p:nvPr>
        </p:nvSpPr>
        <p:spPr>
          <a:xfrm>
            <a:off x="351400" y="314425"/>
            <a:ext cx="5224500" cy="7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Introduction</a:t>
            </a:r>
            <a:endParaRPr sz="1800"/>
          </a:p>
        </p:txBody>
      </p:sp>
      <p:sp>
        <p:nvSpPr>
          <p:cNvPr id="376" name="Google Shape;376;p47"/>
          <p:cNvSpPr/>
          <p:nvPr/>
        </p:nvSpPr>
        <p:spPr>
          <a:xfrm>
            <a:off x="6682450" y="239750"/>
            <a:ext cx="1524900" cy="46803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80" name="Shape 380"/>
        <p:cNvGrpSpPr/>
        <p:nvPr/>
      </p:nvGrpSpPr>
      <p:grpSpPr>
        <a:xfrm>
          <a:off x="0" y="0"/>
          <a:ext cx="0" cy="0"/>
          <a:chOff x="0" y="0"/>
          <a:chExt cx="0" cy="0"/>
        </a:xfrm>
      </p:grpSpPr>
      <p:sp>
        <p:nvSpPr>
          <p:cNvPr id="381" name="Google Shape;381;p48"/>
          <p:cNvSpPr txBox="1"/>
          <p:nvPr>
            <p:ph type="title"/>
          </p:nvPr>
        </p:nvSpPr>
        <p:spPr>
          <a:xfrm>
            <a:off x="378100" y="223625"/>
            <a:ext cx="4695600" cy="51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INTRODUCTION</a:t>
            </a:r>
            <a:endParaRPr>
              <a:solidFill>
                <a:schemeClr val="lt1"/>
              </a:solidFill>
            </a:endParaRPr>
          </a:p>
        </p:txBody>
      </p:sp>
      <p:sp>
        <p:nvSpPr>
          <p:cNvPr id="382" name="Google Shape;382;p48"/>
          <p:cNvSpPr txBox="1"/>
          <p:nvPr/>
        </p:nvSpPr>
        <p:spPr>
          <a:xfrm>
            <a:off x="411900" y="1120925"/>
            <a:ext cx="8389800" cy="362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Archivo"/>
              <a:ea typeface="Archivo"/>
              <a:cs typeface="Archivo"/>
              <a:sym typeface="Archivo"/>
            </a:endParaRPr>
          </a:p>
        </p:txBody>
      </p:sp>
      <p:sp>
        <p:nvSpPr>
          <p:cNvPr id="383" name="Google Shape;383;p48"/>
          <p:cNvSpPr/>
          <p:nvPr/>
        </p:nvSpPr>
        <p:spPr>
          <a:xfrm>
            <a:off x="467400" y="1059450"/>
            <a:ext cx="8278800" cy="3688500"/>
          </a:xfrm>
          <a:prstGeom prst="roundRect">
            <a:avLst>
              <a:gd fmla="val 3438" name="adj"/>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lt1"/>
              </a:buClr>
              <a:buSzPts val="1100"/>
              <a:buFont typeface="Arial"/>
              <a:buNone/>
            </a:pPr>
            <a:r>
              <a:rPr lang="en">
                <a:latin typeface="Archivo"/>
                <a:ea typeface="Archivo"/>
                <a:cs typeface="Archivo"/>
                <a:sym typeface="Archivo"/>
              </a:rPr>
              <a:t>IoT has revolutionized smart home environments by integrating devices such as smart electricity meters, CCTV cameras, and various sensors. However, the limited computational resources of IoT devices, coupled with the inability to run traditional security software, make them vulnerable to cyber-attacks. Attackers can manipulate sensor data, causing the central system to make faulty decisions that result in security breaches, financial losses, or operational disruptions.</a:t>
            </a:r>
            <a:endParaRPr>
              <a:latin typeface="Archivo"/>
              <a:ea typeface="Archivo"/>
              <a:cs typeface="Archivo"/>
              <a:sym typeface="Archivo"/>
            </a:endParaRPr>
          </a:p>
          <a:p>
            <a:pPr indent="0" lvl="0" marL="0" rtl="0" algn="l">
              <a:lnSpc>
                <a:spcPct val="115000"/>
              </a:lnSpc>
              <a:spcBef>
                <a:spcPts val="1200"/>
              </a:spcBef>
              <a:spcAft>
                <a:spcPts val="0"/>
              </a:spcAft>
              <a:buClr>
                <a:schemeClr val="lt1"/>
              </a:buClr>
              <a:buSzPts val="1100"/>
              <a:buFont typeface="Arial"/>
              <a:buNone/>
            </a:pPr>
            <a:r>
              <a:rPr lang="en">
                <a:latin typeface="Archivo"/>
                <a:ea typeface="Archivo"/>
                <a:cs typeface="Archivo"/>
                <a:sym typeface="Archivo"/>
              </a:rPr>
              <a:t>This project proposes an intrusion detection system (IDS) using machine learning (ML) and deep learning (DL) algorithms to detect malicious network activity. The system classifies network traffic as benign or malicious based on packets captured via the Wireshark tool, helping to prevent intrusions in IoT-based smart homes.</a:t>
            </a:r>
            <a:endParaRPr>
              <a:latin typeface="Archivo"/>
              <a:ea typeface="Archivo"/>
              <a:cs typeface="Archivo"/>
              <a:sym typeface="Archivo"/>
            </a:endParaRPr>
          </a:p>
          <a:p>
            <a:pPr indent="0" lvl="0" marL="0" rtl="0" algn="just">
              <a:lnSpc>
                <a:spcPct val="115000"/>
              </a:lnSpc>
              <a:spcBef>
                <a:spcPts val="1200"/>
              </a:spcBef>
              <a:spcAft>
                <a:spcPts val="0"/>
              </a:spcAft>
              <a:buNone/>
            </a:pPr>
            <a:r>
              <a:t/>
            </a:r>
            <a:endParaRPr>
              <a:latin typeface="Archivo"/>
              <a:ea typeface="Archivo"/>
              <a:cs typeface="Archivo"/>
              <a:sym typeface="Archiv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9"/>
          <p:cNvSpPr txBox="1"/>
          <p:nvPr>
            <p:ph type="title"/>
          </p:nvPr>
        </p:nvSpPr>
        <p:spPr>
          <a:xfrm>
            <a:off x="409800" y="2226200"/>
            <a:ext cx="5648100" cy="2693700"/>
          </a:xfrm>
          <a:prstGeom prst="rect">
            <a:avLst/>
          </a:prstGeom>
        </p:spPr>
        <p:txBody>
          <a:bodyPr anchorCtr="0" anchor="b" bIns="91425" lIns="91425" spcFirstLastPara="1" rIns="91425" wrap="square" tIns="91425">
            <a:normAutofit fontScale="90000"/>
          </a:bodyPr>
          <a:lstStyle/>
          <a:p>
            <a:pPr indent="0" lvl="0" marL="0" rtl="0" algn="l">
              <a:lnSpc>
                <a:spcPct val="50000"/>
              </a:lnSpc>
              <a:spcBef>
                <a:spcPts val="0"/>
              </a:spcBef>
              <a:spcAft>
                <a:spcPts val="0"/>
              </a:spcAft>
              <a:buNone/>
            </a:pPr>
            <a:r>
              <a:rPr lang="en"/>
              <a:t>2</a:t>
            </a:r>
            <a:endParaRPr/>
          </a:p>
        </p:txBody>
      </p:sp>
      <p:sp>
        <p:nvSpPr>
          <p:cNvPr id="389" name="Google Shape;389;p49"/>
          <p:cNvSpPr txBox="1"/>
          <p:nvPr>
            <p:ph idx="1" type="subTitle"/>
          </p:nvPr>
        </p:nvSpPr>
        <p:spPr>
          <a:xfrm>
            <a:off x="351400" y="314425"/>
            <a:ext cx="4283400" cy="642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800"/>
              <a:t>Background</a:t>
            </a:r>
            <a:endParaRPr sz="1800"/>
          </a:p>
        </p:txBody>
      </p:sp>
      <p:sp>
        <p:nvSpPr>
          <p:cNvPr id="390" name="Google Shape;390;p49"/>
          <p:cNvSpPr/>
          <p:nvPr/>
        </p:nvSpPr>
        <p:spPr>
          <a:xfrm>
            <a:off x="6682450" y="239750"/>
            <a:ext cx="1524900" cy="46803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94" name="Shape 394"/>
        <p:cNvGrpSpPr/>
        <p:nvPr/>
      </p:nvGrpSpPr>
      <p:grpSpPr>
        <a:xfrm>
          <a:off x="0" y="0"/>
          <a:ext cx="0" cy="0"/>
          <a:chOff x="0" y="0"/>
          <a:chExt cx="0" cy="0"/>
        </a:xfrm>
      </p:grpSpPr>
      <p:sp>
        <p:nvSpPr>
          <p:cNvPr id="395" name="Google Shape;395;p50"/>
          <p:cNvSpPr txBox="1"/>
          <p:nvPr/>
        </p:nvSpPr>
        <p:spPr>
          <a:xfrm>
            <a:off x="411900" y="1120925"/>
            <a:ext cx="8389800" cy="362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Archivo"/>
              <a:ea typeface="Archivo"/>
              <a:cs typeface="Archivo"/>
              <a:sym typeface="Archivo"/>
            </a:endParaRPr>
          </a:p>
        </p:txBody>
      </p:sp>
      <p:sp>
        <p:nvSpPr>
          <p:cNvPr id="396" name="Google Shape;396;p50"/>
          <p:cNvSpPr/>
          <p:nvPr/>
        </p:nvSpPr>
        <p:spPr>
          <a:xfrm>
            <a:off x="228600" y="168025"/>
            <a:ext cx="8517600" cy="4579800"/>
          </a:xfrm>
          <a:prstGeom prst="roundRect">
            <a:avLst>
              <a:gd fmla="val 3438" name="adj"/>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lt1"/>
              </a:buClr>
              <a:buSzPts val="1100"/>
              <a:buFont typeface="Arial"/>
              <a:buNone/>
            </a:pPr>
            <a:r>
              <a:rPr b="1" lang="en">
                <a:solidFill>
                  <a:schemeClr val="lt1"/>
                </a:solidFill>
                <a:latin typeface="Archivo"/>
                <a:ea typeface="Archivo"/>
                <a:cs typeface="Archivo"/>
                <a:sym typeface="Archivo"/>
              </a:rPr>
              <a:t>IoT devices in Smart Homes:</a:t>
            </a:r>
            <a:br>
              <a:rPr b="1" lang="en">
                <a:solidFill>
                  <a:schemeClr val="lt1"/>
                </a:solidFill>
                <a:latin typeface="Archivo"/>
                <a:ea typeface="Archivo"/>
                <a:cs typeface="Archivo"/>
                <a:sym typeface="Archivo"/>
              </a:rPr>
            </a:br>
            <a:r>
              <a:rPr lang="en">
                <a:solidFill>
                  <a:schemeClr val="lt1"/>
                </a:solidFill>
                <a:latin typeface="Archivo"/>
                <a:ea typeface="Archivo"/>
                <a:cs typeface="Archivo"/>
                <a:sym typeface="Archivo"/>
              </a:rPr>
              <a:t> IoT devices, including sensors and cameras, collect data and transmit it to centralized systems for processing.</a:t>
            </a:r>
            <a:br>
              <a:rPr lang="en">
                <a:solidFill>
                  <a:schemeClr val="lt1"/>
                </a:solidFill>
                <a:latin typeface="Archivo"/>
                <a:ea typeface="Archivo"/>
                <a:cs typeface="Archivo"/>
                <a:sym typeface="Archivo"/>
              </a:rPr>
            </a:br>
            <a:r>
              <a:rPr lang="en">
                <a:solidFill>
                  <a:schemeClr val="lt1"/>
                </a:solidFill>
                <a:latin typeface="Archivo"/>
                <a:ea typeface="Archivo"/>
                <a:cs typeface="Archivo"/>
                <a:sym typeface="Archivo"/>
              </a:rPr>
              <a:t> Examples include smart meters, cameras, and environmental sensors.</a:t>
            </a:r>
            <a:br>
              <a:rPr lang="en">
                <a:solidFill>
                  <a:schemeClr val="lt1"/>
                </a:solidFill>
                <a:latin typeface="Archivo"/>
                <a:ea typeface="Archivo"/>
                <a:cs typeface="Archivo"/>
                <a:sym typeface="Archivo"/>
              </a:rPr>
            </a:br>
            <a:endParaRPr>
              <a:solidFill>
                <a:schemeClr val="lt1"/>
              </a:solidFill>
              <a:latin typeface="Archivo"/>
              <a:ea typeface="Archivo"/>
              <a:cs typeface="Archivo"/>
              <a:sym typeface="Archivo"/>
            </a:endParaRPr>
          </a:p>
          <a:p>
            <a:pPr indent="0" lvl="0" marL="0" rtl="0" algn="just">
              <a:lnSpc>
                <a:spcPct val="115000"/>
              </a:lnSpc>
              <a:spcBef>
                <a:spcPts val="0"/>
              </a:spcBef>
              <a:spcAft>
                <a:spcPts val="0"/>
              </a:spcAft>
              <a:buClr>
                <a:schemeClr val="lt1"/>
              </a:buClr>
              <a:buSzPts val="1100"/>
              <a:buFont typeface="Arial"/>
              <a:buNone/>
            </a:pPr>
            <a:r>
              <a:rPr b="1" lang="en">
                <a:solidFill>
                  <a:schemeClr val="lt1"/>
                </a:solidFill>
                <a:latin typeface="Archivo"/>
                <a:ea typeface="Archivo"/>
                <a:cs typeface="Archivo"/>
                <a:sym typeface="Archivo"/>
              </a:rPr>
              <a:t>Security Challenges:</a:t>
            </a:r>
            <a:br>
              <a:rPr b="1" lang="en">
                <a:solidFill>
                  <a:schemeClr val="lt1"/>
                </a:solidFill>
                <a:latin typeface="Archivo"/>
                <a:ea typeface="Archivo"/>
                <a:cs typeface="Archivo"/>
                <a:sym typeface="Archivo"/>
              </a:rPr>
            </a:br>
            <a:r>
              <a:rPr lang="en">
                <a:solidFill>
                  <a:schemeClr val="lt1"/>
                </a:solidFill>
                <a:latin typeface="Archivo"/>
                <a:ea typeface="Archivo"/>
                <a:cs typeface="Archivo"/>
                <a:sym typeface="Archivo"/>
              </a:rPr>
              <a:t> Due to limited resources, these devices cannot run traditional security software (e.g., antivirus) to protect against malicious activity.</a:t>
            </a:r>
            <a:br>
              <a:rPr lang="en">
                <a:solidFill>
                  <a:schemeClr val="lt1"/>
                </a:solidFill>
                <a:latin typeface="Archivo"/>
                <a:ea typeface="Archivo"/>
                <a:cs typeface="Archivo"/>
                <a:sym typeface="Archivo"/>
              </a:rPr>
            </a:br>
            <a:r>
              <a:rPr lang="en">
                <a:solidFill>
                  <a:schemeClr val="lt1"/>
                </a:solidFill>
                <a:latin typeface="Archivo"/>
                <a:ea typeface="Archivo"/>
                <a:cs typeface="Archivo"/>
                <a:sym typeface="Archivo"/>
              </a:rPr>
              <a:t> Attacks can manipulate sensor data, affecting decision-making.</a:t>
            </a:r>
            <a:br>
              <a:rPr lang="en">
                <a:solidFill>
                  <a:schemeClr val="lt1"/>
                </a:solidFill>
                <a:latin typeface="Archivo"/>
                <a:ea typeface="Archivo"/>
                <a:cs typeface="Archivo"/>
                <a:sym typeface="Archivo"/>
              </a:rPr>
            </a:br>
            <a:endParaRPr>
              <a:solidFill>
                <a:schemeClr val="lt1"/>
              </a:solidFill>
              <a:latin typeface="Archivo"/>
              <a:ea typeface="Archivo"/>
              <a:cs typeface="Archivo"/>
              <a:sym typeface="Archivo"/>
            </a:endParaRPr>
          </a:p>
          <a:p>
            <a:pPr indent="0" lvl="0" marL="0" rtl="0" algn="just">
              <a:lnSpc>
                <a:spcPct val="115000"/>
              </a:lnSpc>
              <a:spcBef>
                <a:spcPts val="0"/>
              </a:spcBef>
              <a:spcAft>
                <a:spcPts val="0"/>
              </a:spcAft>
              <a:buClr>
                <a:schemeClr val="lt1"/>
              </a:buClr>
              <a:buSzPts val="1100"/>
              <a:buFont typeface="Arial"/>
              <a:buNone/>
            </a:pPr>
            <a:r>
              <a:rPr b="1" lang="en">
                <a:solidFill>
                  <a:schemeClr val="lt1"/>
                </a:solidFill>
                <a:latin typeface="Archivo"/>
                <a:ea typeface="Archivo"/>
                <a:cs typeface="Archivo"/>
                <a:sym typeface="Archivo"/>
              </a:rPr>
              <a:t>Intrusion Detection Systems (IDS):</a:t>
            </a:r>
            <a:br>
              <a:rPr b="1" lang="en">
                <a:solidFill>
                  <a:schemeClr val="lt1"/>
                </a:solidFill>
                <a:latin typeface="Archivo"/>
                <a:ea typeface="Archivo"/>
                <a:cs typeface="Archivo"/>
                <a:sym typeface="Archivo"/>
              </a:rPr>
            </a:br>
            <a:r>
              <a:rPr lang="en">
                <a:solidFill>
                  <a:schemeClr val="lt1"/>
                </a:solidFill>
                <a:latin typeface="Archivo"/>
                <a:ea typeface="Archivo"/>
                <a:cs typeface="Archivo"/>
                <a:sym typeface="Archivo"/>
              </a:rPr>
              <a:t> IDS are designed to detect unauthorized access or attacks on a system by analyzing network traffic.</a:t>
            </a:r>
            <a:br>
              <a:rPr lang="en">
                <a:solidFill>
                  <a:schemeClr val="lt1"/>
                </a:solidFill>
                <a:latin typeface="Archivo"/>
                <a:ea typeface="Archivo"/>
                <a:cs typeface="Archivo"/>
                <a:sym typeface="Archivo"/>
              </a:rPr>
            </a:br>
            <a:r>
              <a:rPr lang="en">
                <a:solidFill>
                  <a:schemeClr val="lt1"/>
                </a:solidFill>
                <a:latin typeface="Archivo"/>
                <a:ea typeface="Archivo"/>
                <a:cs typeface="Archivo"/>
                <a:sym typeface="Archivo"/>
              </a:rPr>
              <a:t> The rise of ML/DL techniques offers more accurate detection, even on resource-constrained devices.</a:t>
            </a:r>
            <a:endParaRPr>
              <a:solidFill>
                <a:schemeClr val="lt1"/>
              </a:solidFill>
              <a:latin typeface="Archivo"/>
              <a:ea typeface="Archivo"/>
              <a:cs typeface="Archivo"/>
              <a:sym typeface="Archivo"/>
            </a:endParaRPr>
          </a:p>
          <a:p>
            <a:pPr indent="0" lvl="0" marL="0" rtl="0" algn="just">
              <a:lnSpc>
                <a:spcPct val="115000"/>
              </a:lnSpc>
              <a:spcBef>
                <a:spcPts val="0"/>
              </a:spcBef>
              <a:spcAft>
                <a:spcPts val="0"/>
              </a:spcAft>
              <a:buNone/>
            </a:pPr>
            <a:r>
              <a:t/>
            </a:r>
            <a:endParaRPr>
              <a:latin typeface="Archivo"/>
              <a:ea typeface="Archivo"/>
              <a:cs typeface="Archivo"/>
              <a:sym typeface="Archiv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1"/>
          <p:cNvSpPr txBox="1"/>
          <p:nvPr>
            <p:ph type="title"/>
          </p:nvPr>
        </p:nvSpPr>
        <p:spPr>
          <a:xfrm>
            <a:off x="409800" y="2743200"/>
            <a:ext cx="5648100" cy="2400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3</a:t>
            </a:r>
            <a:endParaRPr/>
          </a:p>
        </p:txBody>
      </p:sp>
      <p:sp>
        <p:nvSpPr>
          <p:cNvPr id="402" name="Google Shape;402;p51"/>
          <p:cNvSpPr txBox="1"/>
          <p:nvPr>
            <p:ph idx="1" type="subTitle"/>
          </p:nvPr>
        </p:nvSpPr>
        <p:spPr>
          <a:xfrm>
            <a:off x="351400" y="314425"/>
            <a:ext cx="4283400" cy="3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Problem Statement</a:t>
            </a:r>
            <a:endParaRPr sz="1800"/>
          </a:p>
        </p:txBody>
      </p:sp>
      <p:sp>
        <p:nvSpPr>
          <p:cNvPr id="403" name="Google Shape;403;p51"/>
          <p:cNvSpPr/>
          <p:nvPr/>
        </p:nvSpPr>
        <p:spPr>
          <a:xfrm>
            <a:off x="6682450" y="239750"/>
            <a:ext cx="1524900" cy="46803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07" name="Shape 407"/>
        <p:cNvGrpSpPr/>
        <p:nvPr/>
      </p:nvGrpSpPr>
      <p:grpSpPr>
        <a:xfrm>
          <a:off x="0" y="0"/>
          <a:ext cx="0" cy="0"/>
          <a:chOff x="0" y="0"/>
          <a:chExt cx="0" cy="0"/>
        </a:xfrm>
      </p:grpSpPr>
      <p:sp>
        <p:nvSpPr>
          <p:cNvPr id="408" name="Google Shape;408;p52"/>
          <p:cNvSpPr txBox="1"/>
          <p:nvPr/>
        </p:nvSpPr>
        <p:spPr>
          <a:xfrm>
            <a:off x="411900" y="1120925"/>
            <a:ext cx="8389800" cy="362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Archivo"/>
              <a:ea typeface="Archivo"/>
              <a:cs typeface="Archivo"/>
              <a:sym typeface="Archivo"/>
            </a:endParaRPr>
          </a:p>
        </p:txBody>
      </p:sp>
      <p:sp>
        <p:nvSpPr>
          <p:cNvPr id="409" name="Google Shape;409;p52"/>
          <p:cNvSpPr/>
          <p:nvPr/>
        </p:nvSpPr>
        <p:spPr>
          <a:xfrm>
            <a:off x="228600" y="168025"/>
            <a:ext cx="8517600" cy="4579800"/>
          </a:xfrm>
          <a:prstGeom prst="roundRect">
            <a:avLst>
              <a:gd fmla="val 3438" name="adj"/>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lt1"/>
              </a:buClr>
              <a:buSzPts val="1100"/>
              <a:buFont typeface="Arial"/>
              <a:buNone/>
            </a:pPr>
            <a:r>
              <a:rPr b="1" lang="en">
                <a:solidFill>
                  <a:schemeClr val="lt1"/>
                </a:solidFill>
                <a:latin typeface="Archivo"/>
                <a:ea typeface="Archivo"/>
                <a:cs typeface="Archivo"/>
                <a:sym typeface="Archivo"/>
              </a:rPr>
              <a:t>Problem:</a:t>
            </a:r>
            <a:br>
              <a:rPr b="1" lang="en">
                <a:solidFill>
                  <a:schemeClr val="lt1"/>
                </a:solidFill>
                <a:latin typeface="Archivo"/>
                <a:ea typeface="Archivo"/>
                <a:cs typeface="Archivo"/>
                <a:sym typeface="Archivo"/>
              </a:rPr>
            </a:br>
            <a:r>
              <a:rPr lang="en">
                <a:solidFill>
                  <a:schemeClr val="lt1"/>
                </a:solidFill>
                <a:latin typeface="Archivo"/>
                <a:ea typeface="Archivo"/>
                <a:cs typeface="Archivo"/>
                <a:sym typeface="Archivo"/>
              </a:rPr>
              <a:t> The growing adoption of IoT devices in smart homes has led to increased cyberattacks, especially in environments with limited resources.</a:t>
            </a:r>
            <a:br>
              <a:rPr lang="en">
                <a:solidFill>
                  <a:schemeClr val="lt1"/>
                </a:solidFill>
                <a:latin typeface="Archivo"/>
                <a:ea typeface="Archivo"/>
                <a:cs typeface="Archivo"/>
                <a:sym typeface="Archivo"/>
              </a:rPr>
            </a:br>
            <a:r>
              <a:rPr lang="en">
                <a:solidFill>
                  <a:schemeClr val="lt1"/>
                </a:solidFill>
                <a:latin typeface="Archivo"/>
                <a:ea typeface="Archivo"/>
                <a:cs typeface="Archivo"/>
                <a:sym typeface="Archivo"/>
              </a:rPr>
              <a:t> These attacks manipulate sensor data, resulting in incorrect decisions and security vulnerabilities.</a:t>
            </a:r>
            <a:br>
              <a:rPr lang="en">
                <a:solidFill>
                  <a:schemeClr val="lt1"/>
                </a:solidFill>
                <a:latin typeface="Archivo"/>
                <a:ea typeface="Archivo"/>
                <a:cs typeface="Archivo"/>
                <a:sym typeface="Archivo"/>
              </a:rPr>
            </a:br>
            <a:endParaRPr>
              <a:solidFill>
                <a:schemeClr val="lt1"/>
              </a:solidFill>
              <a:latin typeface="Archivo"/>
              <a:ea typeface="Archivo"/>
              <a:cs typeface="Archivo"/>
              <a:sym typeface="Archivo"/>
            </a:endParaRPr>
          </a:p>
          <a:p>
            <a:pPr indent="0" lvl="0" marL="0" rtl="0" algn="just">
              <a:lnSpc>
                <a:spcPct val="115000"/>
              </a:lnSpc>
              <a:spcBef>
                <a:spcPts val="0"/>
              </a:spcBef>
              <a:spcAft>
                <a:spcPts val="0"/>
              </a:spcAft>
              <a:buClr>
                <a:schemeClr val="lt1"/>
              </a:buClr>
              <a:buSzPts val="1100"/>
              <a:buFont typeface="Arial"/>
              <a:buNone/>
            </a:pPr>
            <a:r>
              <a:rPr b="1" lang="en">
                <a:solidFill>
                  <a:schemeClr val="lt1"/>
                </a:solidFill>
                <a:latin typeface="Archivo"/>
                <a:ea typeface="Archivo"/>
                <a:cs typeface="Archivo"/>
                <a:sym typeface="Archivo"/>
              </a:rPr>
              <a:t>Objective:</a:t>
            </a:r>
            <a:br>
              <a:rPr b="1" lang="en">
                <a:solidFill>
                  <a:schemeClr val="lt1"/>
                </a:solidFill>
                <a:latin typeface="Archivo"/>
                <a:ea typeface="Archivo"/>
                <a:cs typeface="Archivo"/>
                <a:sym typeface="Archivo"/>
              </a:rPr>
            </a:br>
            <a:r>
              <a:rPr lang="en">
                <a:solidFill>
                  <a:schemeClr val="lt1"/>
                </a:solidFill>
                <a:latin typeface="Archivo"/>
                <a:ea typeface="Archivo"/>
                <a:cs typeface="Archivo"/>
                <a:sym typeface="Archivo"/>
              </a:rPr>
              <a:t> The goal is to design an efficient Intrusion Detection System (IDS) for IoT environments that uses ML/DL algorithms to detect and classify malicious network activity, ensuring security in resource-constrained devices.</a:t>
            </a:r>
            <a:endParaRPr>
              <a:solidFill>
                <a:schemeClr val="lt1"/>
              </a:solidFill>
              <a:latin typeface="Archivo"/>
              <a:ea typeface="Archivo"/>
              <a:cs typeface="Archivo"/>
              <a:sym typeface="Archivo"/>
            </a:endParaRPr>
          </a:p>
          <a:p>
            <a:pPr indent="0" lvl="0" marL="0" rtl="0" algn="just">
              <a:lnSpc>
                <a:spcPct val="115000"/>
              </a:lnSpc>
              <a:spcBef>
                <a:spcPts val="0"/>
              </a:spcBef>
              <a:spcAft>
                <a:spcPts val="0"/>
              </a:spcAft>
              <a:buNone/>
            </a:pPr>
            <a:r>
              <a:t/>
            </a:r>
            <a:endParaRPr b="1">
              <a:solidFill>
                <a:schemeClr val="lt1"/>
              </a:solidFill>
              <a:latin typeface="Archivo"/>
              <a:ea typeface="Archivo"/>
              <a:cs typeface="Archivo"/>
              <a:sym typeface="Archiv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3"/>
          <p:cNvSpPr txBox="1"/>
          <p:nvPr>
            <p:ph type="title"/>
          </p:nvPr>
        </p:nvSpPr>
        <p:spPr>
          <a:xfrm>
            <a:off x="409800" y="2743200"/>
            <a:ext cx="5648100" cy="2400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4</a:t>
            </a:r>
            <a:endParaRPr/>
          </a:p>
        </p:txBody>
      </p:sp>
      <p:sp>
        <p:nvSpPr>
          <p:cNvPr id="415" name="Google Shape;415;p53"/>
          <p:cNvSpPr txBox="1"/>
          <p:nvPr>
            <p:ph idx="1" type="subTitle"/>
          </p:nvPr>
        </p:nvSpPr>
        <p:spPr>
          <a:xfrm>
            <a:off x="351400" y="314425"/>
            <a:ext cx="4283400" cy="3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Methodology</a:t>
            </a:r>
            <a:endParaRPr sz="1800"/>
          </a:p>
        </p:txBody>
      </p:sp>
      <p:sp>
        <p:nvSpPr>
          <p:cNvPr id="416" name="Google Shape;416;p53"/>
          <p:cNvSpPr/>
          <p:nvPr/>
        </p:nvSpPr>
        <p:spPr>
          <a:xfrm>
            <a:off x="6682450" y="239750"/>
            <a:ext cx="1524900" cy="46803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20" name="Shape 420"/>
        <p:cNvGrpSpPr/>
        <p:nvPr/>
      </p:nvGrpSpPr>
      <p:grpSpPr>
        <a:xfrm>
          <a:off x="0" y="0"/>
          <a:ext cx="0" cy="0"/>
          <a:chOff x="0" y="0"/>
          <a:chExt cx="0" cy="0"/>
        </a:xfrm>
      </p:grpSpPr>
      <p:sp>
        <p:nvSpPr>
          <p:cNvPr id="421" name="Google Shape;421;p54"/>
          <p:cNvSpPr txBox="1"/>
          <p:nvPr/>
        </p:nvSpPr>
        <p:spPr>
          <a:xfrm>
            <a:off x="411900" y="1120925"/>
            <a:ext cx="8389800" cy="362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chemeClr val="dk1"/>
              </a:solidFill>
              <a:latin typeface="Archivo"/>
              <a:ea typeface="Archivo"/>
              <a:cs typeface="Archivo"/>
              <a:sym typeface="Archivo"/>
            </a:endParaRPr>
          </a:p>
        </p:txBody>
      </p:sp>
      <p:sp>
        <p:nvSpPr>
          <p:cNvPr id="422" name="Google Shape;422;p54"/>
          <p:cNvSpPr/>
          <p:nvPr/>
        </p:nvSpPr>
        <p:spPr>
          <a:xfrm>
            <a:off x="228600" y="157800"/>
            <a:ext cx="8686800" cy="4762200"/>
          </a:xfrm>
          <a:prstGeom prst="roundRect">
            <a:avLst>
              <a:gd fmla="val 3438" name="adj"/>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50000"/>
              </a:lnSpc>
              <a:spcBef>
                <a:spcPts val="0"/>
              </a:spcBef>
              <a:spcAft>
                <a:spcPts val="0"/>
              </a:spcAft>
              <a:buNone/>
            </a:pPr>
            <a:r>
              <a:rPr lang="en">
                <a:latin typeface="Archivo"/>
                <a:ea typeface="Archivo"/>
                <a:cs typeface="Archivo"/>
                <a:sym typeface="Archivo"/>
              </a:rPr>
              <a:t>The proposed intrusion detection system follows a structured methodology with various phases in sequence, as discussed below:</a:t>
            </a:r>
            <a:endParaRPr>
              <a:latin typeface="Archivo"/>
              <a:ea typeface="Archivo"/>
              <a:cs typeface="Archivo"/>
              <a:sym typeface="Archivo"/>
            </a:endParaRPr>
          </a:p>
          <a:p>
            <a:pPr indent="0" lvl="0" marL="0" rtl="0" algn="just">
              <a:lnSpc>
                <a:spcPct val="150000"/>
              </a:lnSpc>
              <a:spcBef>
                <a:spcPts val="0"/>
              </a:spcBef>
              <a:spcAft>
                <a:spcPts val="0"/>
              </a:spcAft>
              <a:buNone/>
            </a:pPr>
            <a:r>
              <a:rPr lang="en">
                <a:latin typeface="Archivo"/>
                <a:ea typeface="Archivo"/>
                <a:cs typeface="Archivo"/>
                <a:sym typeface="Archivo"/>
              </a:rPr>
              <a:t>1. </a:t>
            </a:r>
            <a:r>
              <a:rPr lang="en">
                <a:latin typeface="Archivo"/>
                <a:ea typeface="Archivo"/>
                <a:cs typeface="Archivo"/>
                <a:sym typeface="Archivo"/>
              </a:rPr>
              <a:t>Data Collection</a:t>
            </a:r>
            <a:endParaRPr>
              <a:latin typeface="Archivo"/>
              <a:ea typeface="Archivo"/>
              <a:cs typeface="Archivo"/>
              <a:sym typeface="Archivo"/>
            </a:endParaRPr>
          </a:p>
          <a:p>
            <a:pPr indent="-317500" lvl="0" marL="457200" rtl="0" algn="just">
              <a:lnSpc>
                <a:spcPct val="150000"/>
              </a:lnSpc>
              <a:spcBef>
                <a:spcPts val="0"/>
              </a:spcBef>
              <a:spcAft>
                <a:spcPts val="0"/>
              </a:spcAft>
              <a:buSzPts val="1400"/>
              <a:buFont typeface="Archivo"/>
              <a:buChar char="●"/>
            </a:pPr>
            <a:r>
              <a:rPr lang="en">
                <a:latin typeface="Archivo"/>
                <a:ea typeface="Archivo"/>
                <a:cs typeface="Archivo"/>
                <a:sym typeface="Archivo"/>
              </a:rPr>
              <a:t>IoT network traffic data is captured by Wireshark.</a:t>
            </a:r>
            <a:endParaRPr>
              <a:latin typeface="Archivo"/>
              <a:ea typeface="Archivo"/>
              <a:cs typeface="Archivo"/>
              <a:sym typeface="Archivo"/>
            </a:endParaRPr>
          </a:p>
          <a:p>
            <a:pPr indent="-317500" lvl="0" marL="457200" rtl="0" algn="just">
              <a:lnSpc>
                <a:spcPct val="150000"/>
              </a:lnSpc>
              <a:spcBef>
                <a:spcPts val="0"/>
              </a:spcBef>
              <a:spcAft>
                <a:spcPts val="0"/>
              </a:spcAft>
              <a:buSzPts val="1400"/>
              <a:buFont typeface="Archivo"/>
              <a:buChar char="●"/>
            </a:pPr>
            <a:r>
              <a:rPr lang="en">
                <a:latin typeface="Archivo"/>
                <a:ea typeface="Archivo"/>
                <a:cs typeface="Archivo"/>
                <a:sym typeface="Archivo"/>
              </a:rPr>
              <a:t>Training and testing will be performed on the Kaggle IoT Wireshark dataset in the absence of any live server setup.</a:t>
            </a:r>
            <a:endParaRPr>
              <a:latin typeface="Archivo"/>
              <a:ea typeface="Archivo"/>
              <a:cs typeface="Archivo"/>
              <a:sym typeface="Archivo"/>
            </a:endParaRPr>
          </a:p>
          <a:p>
            <a:pPr indent="0" lvl="0" marL="0" rtl="0" algn="just">
              <a:lnSpc>
                <a:spcPct val="150000"/>
              </a:lnSpc>
              <a:spcBef>
                <a:spcPts val="0"/>
              </a:spcBef>
              <a:spcAft>
                <a:spcPts val="0"/>
              </a:spcAft>
              <a:buNone/>
            </a:pPr>
            <a:r>
              <a:rPr lang="en">
                <a:latin typeface="Archivo"/>
                <a:ea typeface="Archivo"/>
                <a:cs typeface="Archivo"/>
                <a:sym typeface="Archivo"/>
              </a:rPr>
              <a:t>2. </a:t>
            </a:r>
            <a:r>
              <a:rPr lang="en">
                <a:latin typeface="Archivo"/>
                <a:ea typeface="Archivo"/>
                <a:cs typeface="Archivo"/>
                <a:sym typeface="Archivo"/>
              </a:rPr>
              <a:t>Feature Selection</a:t>
            </a:r>
            <a:endParaRPr>
              <a:latin typeface="Archivo"/>
              <a:ea typeface="Archivo"/>
              <a:cs typeface="Archivo"/>
              <a:sym typeface="Archivo"/>
            </a:endParaRPr>
          </a:p>
          <a:p>
            <a:pPr indent="-317500" lvl="0" marL="457200" rtl="0" algn="just">
              <a:lnSpc>
                <a:spcPct val="150000"/>
              </a:lnSpc>
              <a:spcBef>
                <a:spcPts val="0"/>
              </a:spcBef>
              <a:spcAft>
                <a:spcPts val="0"/>
              </a:spcAft>
              <a:buSzPts val="1400"/>
              <a:buFont typeface="Archivo"/>
              <a:buChar char="●"/>
            </a:pPr>
            <a:r>
              <a:rPr lang="en">
                <a:latin typeface="Archivo"/>
                <a:ea typeface="Archivo"/>
                <a:cs typeface="Archivo"/>
                <a:sym typeface="Archivo"/>
              </a:rPr>
              <a:t>MIC selects those features which provide substantial contribution toward intrusion detection, thus eliminating the redundant features.</a:t>
            </a:r>
            <a:endParaRPr>
              <a:latin typeface="Archivo"/>
              <a:ea typeface="Archivo"/>
              <a:cs typeface="Archivo"/>
              <a:sym typeface="Archivo"/>
            </a:endParaRPr>
          </a:p>
          <a:p>
            <a:pPr indent="0" lvl="0" marL="0" rtl="0" algn="just">
              <a:lnSpc>
                <a:spcPct val="150000"/>
              </a:lnSpc>
              <a:spcBef>
                <a:spcPts val="0"/>
              </a:spcBef>
              <a:spcAft>
                <a:spcPts val="0"/>
              </a:spcAft>
              <a:buNone/>
            </a:pPr>
            <a:r>
              <a:rPr lang="en">
                <a:latin typeface="Archivo"/>
                <a:ea typeface="Archivo"/>
                <a:cs typeface="Archivo"/>
                <a:sym typeface="Archivo"/>
              </a:rPr>
              <a:t>3. </a:t>
            </a:r>
            <a:r>
              <a:rPr lang="en">
                <a:latin typeface="Archivo"/>
                <a:ea typeface="Archivo"/>
                <a:cs typeface="Archivo"/>
                <a:sym typeface="Archivo"/>
              </a:rPr>
              <a:t>Dimensionality Reduction</a:t>
            </a:r>
            <a:endParaRPr>
              <a:latin typeface="Archivo"/>
              <a:ea typeface="Archivo"/>
              <a:cs typeface="Archivo"/>
              <a:sym typeface="Archivo"/>
            </a:endParaRPr>
          </a:p>
          <a:p>
            <a:pPr indent="-317500" lvl="0" marL="457200" rtl="0" algn="just">
              <a:lnSpc>
                <a:spcPct val="150000"/>
              </a:lnSpc>
              <a:spcBef>
                <a:spcPts val="0"/>
              </a:spcBef>
              <a:spcAft>
                <a:spcPts val="0"/>
              </a:spcAft>
              <a:buSzPts val="1400"/>
              <a:buFont typeface="Archivo"/>
              <a:buChar char="●"/>
            </a:pPr>
            <a:r>
              <a:rPr lang="en">
                <a:latin typeface="Archivo"/>
                <a:ea typeface="Archivo"/>
                <a:cs typeface="Archivo"/>
                <a:sym typeface="Archivo"/>
              </a:rPr>
              <a:t>PCA is performed to reduce the number of features, which would enhance model efficiency and computational speed. </a:t>
            </a:r>
            <a:endParaRPr>
              <a:latin typeface="Archivo"/>
              <a:ea typeface="Archivo"/>
              <a:cs typeface="Archivo"/>
              <a:sym typeface="Archiv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26" name="Shape 426"/>
        <p:cNvGrpSpPr/>
        <p:nvPr/>
      </p:nvGrpSpPr>
      <p:grpSpPr>
        <a:xfrm>
          <a:off x="0" y="0"/>
          <a:ext cx="0" cy="0"/>
          <a:chOff x="0" y="0"/>
          <a:chExt cx="0" cy="0"/>
        </a:xfrm>
      </p:grpSpPr>
      <p:sp>
        <p:nvSpPr>
          <p:cNvPr id="427" name="Google Shape;427;p55"/>
          <p:cNvSpPr txBox="1"/>
          <p:nvPr/>
        </p:nvSpPr>
        <p:spPr>
          <a:xfrm>
            <a:off x="411900" y="1120925"/>
            <a:ext cx="8389800" cy="362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chemeClr val="dk1"/>
              </a:solidFill>
              <a:latin typeface="Archivo"/>
              <a:ea typeface="Archivo"/>
              <a:cs typeface="Archivo"/>
              <a:sym typeface="Archivo"/>
            </a:endParaRPr>
          </a:p>
        </p:txBody>
      </p:sp>
      <p:sp>
        <p:nvSpPr>
          <p:cNvPr id="428" name="Google Shape;428;p55"/>
          <p:cNvSpPr/>
          <p:nvPr/>
        </p:nvSpPr>
        <p:spPr>
          <a:xfrm>
            <a:off x="228600" y="157800"/>
            <a:ext cx="8686800" cy="4762200"/>
          </a:xfrm>
          <a:prstGeom prst="roundRect">
            <a:avLst>
              <a:gd fmla="val 3438" name="adj"/>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50000"/>
              </a:lnSpc>
              <a:spcBef>
                <a:spcPts val="0"/>
              </a:spcBef>
              <a:spcAft>
                <a:spcPts val="0"/>
              </a:spcAft>
              <a:buNone/>
            </a:pPr>
            <a:r>
              <a:rPr lang="en" sz="1500">
                <a:solidFill>
                  <a:schemeClr val="lt1"/>
                </a:solidFill>
                <a:latin typeface="Archivo"/>
                <a:ea typeface="Archivo"/>
                <a:cs typeface="Archivo"/>
                <a:sym typeface="Archivo"/>
              </a:rPr>
              <a:t>4. Feature Normalization</a:t>
            </a:r>
            <a:endParaRPr sz="1500">
              <a:solidFill>
                <a:schemeClr val="lt1"/>
              </a:solidFill>
              <a:latin typeface="Archivo"/>
              <a:ea typeface="Archivo"/>
              <a:cs typeface="Archivo"/>
              <a:sym typeface="Archivo"/>
            </a:endParaRPr>
          </a:p>
          <a:p>
            <a:pPr indent="-323850" lvl="0" marL="457200" rtl="0" algn="just">
              <a:lnSpc>
                <a:spcPct val="150000"/>
              </a:lnSpc>
              <a:spcBef>
                <a:spcPts val="0"/>
              </a:spcBef>
              <a:spcAft>
                <a:spcPts val="0"/>
              </a:spcAft>
              <a:buClr>
                <a:schemeClr val="lt1"/>
              </a:buClr>
              <a:buSzPts val="1500"/>
              <a:buFont typeface="Archivo"/>
              <a:buChar char="●"/>
            </a:pPr>
            <a:r>
              <a:rPr lang="en" sz="1500">
                <a:solidFill>
                  <a:schemeClr val="lt1"/>
                </a:solidFill>
                <a:latin typeface="Archivo"/>
                <a:ea typeface="Archivo"/>
                <a:cs typeface="Archivo"/>
                <a:sym typeface="Archivo"/>
              </a:rPr>
              <a:t> Min-Max scaling is used to normalize the selected features, ensuring that the data will be consistently distributed for ML/DL models. </a:t>
            </a:r>
            <a:endParaRPr sz="1500">
              <a:solidFill>
                <a:schemeClr val="lt1"/>
              </a:solidFill>
              <a:latin typeface="Archivo"/>
              <a:ea typeface="Archivo"/>
              <a:cs typeface="Archivo"/>
              <a:sym typeface="Archivo"/>
            </a:endParaRPr>
          </a:p>
          <a:p>
            <a:pPr indent="0" lvl="0" marL="0" rtl="0" algn="just">
              <a:lnSpc>
                <a:spcPct val="150000"/>
              </a:lnSpc>
              <a:spcBef>
                <a:spcPts val="0"/>
              </a:spcBef>
              <a:spcAft>
                <a:spcPts val="0"/>
              </a:spcAft>
              <a:buNone/>
            </a:pPr>
            <a:r>
              <a:rPr lang="en" sz="1500">
                <a:solidFill>
                  <a:schemeClr val="lt1"/>
                </a:solidFill>
                <a:latin typeface="Archivo"/>
                <a:ea typeface="Archivo"/>
                <a:cs typeface="Archivo"/>
                <a:sym typeface="Archivo"/>
              </a:rPr>
              <a:t>5. Model Training &amp; Evaluation</a:t>
            </a:r>
            <a:endParaRPr sz="1500">
              <a:solidFill>
                <a:schemeClr val="lt1"/>
              </a:solidFill>
              <a:latin typeface="Archivo"/>
              <a:ea typeface="Archivo"/>
              <a:cs typeface="Archivo"/>
              <a:sym typeface="Archivo"/>
            </a:endParaRPr>
          </a:p>
          <a:p>
            <a:pPr indent="-323850" lvl="0" marL="457200" rtl="0" algn="just">
              <a:lnSpc>
                <a:spcPct val="150000"/>
              </a:lnSpc>
              <a:spcBef>
                <a:spcPts val="0"/>
              </a:spcBef>
              <a:spcAft>
                <a:spcPts val="0"/>
              </a:spcAft>
              <a:buClr>
                <a:schemeClr val="lt1"/>
              </a:buClr>
              <a:buSzPts val="1500"/>
              <a:buFont typeface="Archivo"/>
              <a:buChar char="●"/>
            </a:pPr>
            <a:r>
              <a:rPr lang="en" sz="1500">
                <a:solidFill>
                  <a:schemeClr val="lt1"/>
                </a:solidFill>
                <a:latin typeface="Archivo"/>
                <a:ea typeface="Archivo"/>
                <a:cs typeface="Archivo"/>
                <a:sym typeface="Archivo"/>
              </a:rPr>
              <a:t>Various ML and DL models, such as RF, SVM, LSTM, and CNN-2D, are trained by using the resultant dataset. Further, performance was evaluated in terms of Accuracy, Precision, Recall, and F1-Score.</a:t>
            </a:r>
            <a:endParaRPr sz="1500">
              <a:solidFill>
                <a:schemeClr val="lt1"/>
              </a:solidFill>
              <a:latin typeface="Archivo"/>
              <a:ea typeface="Archivo"/>
              <a:cs typeface="Archivo"/>
              <a:sym typeface="Archivo"/>
            </a:endParaRPr>
          </a:p>
          <a:p>
            <a:pPr indent="-323850" lvl="0" marL="457200" rtl="0" algn="just">
              <a:lnSpc>
                <a:spcPct val="150000"/>
              </a:lnSpc>
              <a:spcBef>
                <a:spcPts val="0"/>
              </a:spcBef>
              <a:spcAft>
                <a:spcPts val="0"/>
              </a:spcAft>
              <a:buClr>
                <a:schemeClr val="lt1"/>
              </a:buClr>
              <a:buSzPts val="1500"/>
              <a:buFont typeface="Archivo"/>
              <a:buChar char="●"/>
            </a:pPr>
            <a:r>
              <a:rPr lang="en" sz="1500">
                <a:solidFill>
                  <a:schemeClr val="lt1"/>
                </a:solidFill>
                <a:latin typeface="Archivo"/>
                <a:ea typeface="Archivo"/>
                <a:cs typeface="Archivo"/>
                <a:sym typeface="Archivo"/>
              </a:rPr>
              <a:t>The CNN-2D performs best in classifying between benign vs malicious network traffic.</a:t>
            </a:r>
            <a:endParaRPr sz="1500">
              <a:latin typeface="Archivo"/>
              <a:ea typeface="Archivo"/>
              <a:cs typeface="Archivo"/>
              <a:sym typeface="Archiv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6"/>
          <p:cNvSpPr txBox="1"/>
          <p:nvPr>
            <p:ph type="title"/>
          </p:nvPr>
        </p:nvSpPr>
        <p:spPr>
          <a:xfrm>
            <a:off x="409800" y="2743200"/>
            <a:ext cx="5648100" cy="2400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5</a:t>
            </a:r>
            <a:endParaRPr/>
          </a:p>
        </p:txBody>
      </p:sp>
      <p:sp>
        <p:nvSpPr>
          <p:cNvPr id="434" name="Google Shape;434;p56"/>
          <p:cNvSpPr txBox="1"/>
          <p:nvPr>
            <p:ph idx="1" type="subTitle"/>
          </p:nvPr>
        </p:nvSpPr>
        <p:spPr>
          <a:xfrm>
            <a:off x="351400" y="314425"/>
            <a:ext cx="4283400" cy="3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Experiments</a:t>
            </a:r>
            <a:endParaRPr sz="1800"/>
          </a:p>
        </p:txBody>
      </p:sp>
      <p:sp>
        <p:nvSpPr>
          <p:cNvPr id="435" name="Google Shape;435;p56"/>
          <p:cNvSpPr/>
          <p:nvPr/>
        </p:nvSpPr>
        <p:spPr>
          <a:xfrm>
            <a:off x="6682450" y="239750"/>
            <a:ext cx="1524900" cy="46803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39" name="Shape 439"/>
        <p:cNvGrpSpPr/>
        <p:nvPr/>
      </p:nvGrpSpPr>
      <p:grpSpPr>
        <a:xfrm>
          <a:off x="0" y="0"/>
          <a:ext cx="0" cy="0"/>
          <a:chOff x="0" y="0"/>
          <a:chExt cx="0" cy="0"/>
        </a:xfrm>
      </p:grpSpPr>
      <p:sp>
        <p:nvSpPr>
          <p:cNvPr id="440" name="Google Shape;440;p57"/>
          <p:cNvSpPr txBox="1"/>
          <p:nvPr/>
        </p:nvSpPr>
        <p:spPr>
          <a:xfrm>
            <a:off x="411900" y="1120925"/>
            <a:ext cx="8389800" cy="362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chemeClr val="dk1"/>
              </a:solidFill>
              <a:latin typeface="Archivo"/>
              <a:ea typeface="Archivo"/>
              <a:cs typeface="Archivo"/>
              <a:sym typeface="Archivo"/>
            </a:endParaRPr>
          </a:p>
        </p:txBody>
      </p:sp>
      <p:sp>
        <p:nvSpPr>
          <p:cNvPr id="441" name="Google Shape;441;p57"/>
          <p:cNvSpPr/>
          <p:nvPr/>
        </p:nvSpPr>
        <p:spPr>
          <a:xfrm>
            <a:off x="228600" y="157800"/>
            <a:ext cx="8686800" cy="4762200"/>
          </a:xfrm>
          <a:prstGeom prst="roundRect">
            <a:avLst>
              <a:gd fmla="val 3438" name="adj"/>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228600" lvl="0" marL="457200" rtl="0" algn="just">
              <a:lnSpc>
                <a:spcPct val="150000"/>
              </a:lnSpc>
              <a:spcBef>
                <a:spcPts val="0"/>
              </a:spcBef>
              <a:spcAft>
                <a:spcPts val="0"/>
              </a:spcAft>
              <a:buNone/>
            </a:pPr>
            <a:r>
              <a:rPr b="1" lang="en">
                <a:solidFill>
                  <a:schemeClr val="lt1"/>
                </a:solidFill>
                <a:latin typeface="Archivo"/>
                <a:ea typeface="Archivo"/>
                <a:cs typeface="Archivo"/>
                <a:sym typeface="Archivo"/>
              </a:rPr>
              <a:t>Dataset</a:t>
            </a:r>
            <a:endParaRPr b="1">
              <a:solidFill>
                <a:schemeClr val="lt1"/>
              </a:solidFill>
              <a:latin typeface="Archivo"/>
              <a:ea typeface="Archivo"/>
              <a:cs typeface="Archivo"/>
              <a:sym typeface="Archivo"/>
            </a:endParaRPr>
          </a:p>
          <a:p>
            <a:pPr indent="-228600" lvl="0" marL="457200" rtl="0" algn="just">
              <a:lnSpc>
                <a:spcPct val="150000"/>
              </a:lnSpc>
              <a:spcBef>
                <a:spcPts val="0"/>
              </a:spcBef>
              <a:spcAft>
                <a:spcPts val="0"/>
              </a:spcAft>
              <a:buNone/>
            </a:pPr>
            <a:r>
              <a:rPr lang="en">
                <a:solidFill>
                  <a:schemeClr val="lt1"/>
                </a:solidFill>
                <a:latin typeface="Archivo"/>
                <a:ea typeface="Archivo"/>
                <a:cs typeface="Archivo"/>
                <a:sym typeface="Archivo"/>
              </a:rPr>
              <a:t>The IoT dataset from Kaggle is used, containing 75 features and two class labels: benign (0) and malicious (1).</a:t>
            </a:r>
            <a:endParaRPr>
              <a:solidFill>
                <a:schemeClr val="lt1"/>
              </a:solidFill>
              <a:latin typeface="Archivo"/>
              <a:ea typeface="Archivo"/>
              <a:cs typeface="Archivo"/>
              <a:sym typeface="Archivo"/>
            </a:endParaRPr>
          </a:p>
          <a:p>
            <a:pPr indent="-228600" lvl="0" marL="457200" rtl="0" algn="just">
              <a:lnSpc>
                <a:spcPct val="150000"/>
              </a:lnSpc>
              <a:spcBef>
                <a:spcPts val="0"/>
              </a:spcBef>
              <a:spcAft>
                <a:spcPts val="0"/>
              </a:spcAft>
              <a:buNone/>
            </a:pPr>
            <a:r>
              <a:rPr b="1" lang="en">
                <a:solidFill>
                  <a:schemeClr val="lt1"/>
                </a:solidFill>
                <a:latin typeface="Archivo"/>
                <a:ea typeface="Archivo"/>
                <a:cs typeface="Archivo"/>
                <a:sym typeface="Archivo"/>
              </a:rPr>
              <a:t>Algorithms Tested:</a:t>
            </a:r>
            <a:endParaRPr b="1">
              <a:solidFill>
                <a:schemeClr val="lt1"/>
              </a:solidFill>
              <a:latin typeface="Archivo"/>
              <a:ea typeface="Archivo"/>
              <a:cs typeface="Archivo"/>
              <a:sym typeface="Archivo"/>
            </a:endParaRPr>
          </a:p>
          <a:p>
            <a:pPr indent="-317500" lvl="0" marL="457200" rtl="0" algn="l">
              <a:lnSpc>
                <a:spcPct val="115000"/>
              </a:lnSpc>
              <a:spcBef>
                <a:spcPts val="1200"/>
              </a:spcBef>
              <a:spcAft>
                <a:spcPts val="0"/>
              </a:spcAft>
              <a:buClr>
                <a:schemeClr val="lt1"/>
              </a:buClr>
              <a:buSzPts val="1400"/>
              <a:buFont typeface="Archivo"/>
              <a:buAutoNum type="arabicPeriod"/>
            </a:pPr>
            <a:r>
              <a:rPr b="1" lang="en">
                <a:solidFill>
                  <a:schemeClr val="lt1"/>
                </a:solidFill>
                <a:latin typeface="Archivo"/>
                <a:ea typeface="Archivo"/>
                <a:cs typeface="Archivo"/>
                <a:sym typeface="Archivo"/>
              </a:rPr>
              <a:t>Random Forest</a:t>
            </a:r>
            <a:endParaRPr b="1">
              <a:solidFill>
                <a:schemeClr val="lt1"/>
              </a:solidFill>
              <a:latin typeface="Archivo"/>
              <a:ea typeface="Archivo"/>
              <a:cs typeface="Archivo"/>
              <a:sym typeface="Archivo"/>
            </a:endParaRPr>
          </a:p>
          <a:p>
            <a:pPr indent="-317500" lvl="0" marL="457200" rtl="0" algn="l">
              <a:lnSpc>
                <a:spcPct val="115000"/>
              </a:lnSpc>
              <a:spcBef>
                <a:spcPts val="0"/>
              </a:spcBef>
              <a:spcAft>
                <a:spcPts val="0"/>
              </a:spcAft>
              <a:buClr>
                <a:schemeClr val="lt1"/>
              </a:buClr>
              <a:buSzPts val="1400"/>
              <a:buFont typeface="Archivo"/>
              <a:buAutoNum type="arabicPeriod"/>
            </a:pPr>
            <a:r>
              <a:rPr b="1" lang="en">
                <a:solidFill>
                  <a:schemeClr val="lt1"/>
                </a:solidFill>
                <a:latin typeface="Archivo"/>
                <a:ea typeface="Archivo"/>
                <a:cs typeface="Archivo"/>
                <a:sym typeface="Archivo"/>
              </a:rPr>
              <a:t>Support Vector Machine (SVM)</a:t>
            </a:r>
            <a:endParaRPr b="1">
              <a:solidFill>
                <a:schemeClr val="lt1"/>
              </a:solidFill>
              <a:latin typeface="Archivo"/>
              <a:ea typeface="Archivo"/>
              <a:cs typeface="Archivo"/>
              <a:sym typeface="Archivo"/>
            </a:endParaRPr>
          </a:p>
          <a:p>
            <a:pPr indent="-317500" lvl="0" marL="457200" rtl="0" algn="l">
              <a:lnSpc>
                <a:spcPct val="115000"/>
              </a:lnSpc>
              <a:spcBef>
                <a:spcPts val="0"/>
              </a:spcBef>
              <a:spcAft>
                <a:spcPts val="0"/>
              </a:spcAft>
              <a:buClr>
                <a:schemeClr val="lt1"/>
              </a:buClr>
              <a:buSzPts val="1400"/>
              <a:buFont typeface="Archivo"/>
              <a:buAutoNum type="arabicPeriod"/>
            </a:pPr>
            <a:r>
              <a:rPr b="1" lang="en">
                <a:solidFill>
                  <a:schemeClr val="lt1"/>
                </a:solidFill>
                <a:latin typeface="Archivo"/>
                <a:ea typeface="Archivo"/>
                <a:cs typeface="Archivo"/>
                <a:sym typeface="Archivo"/>
              </a:rPr>
              <a:t>Convolutional Neural Network (CNN2D)</a:t>
            </a:r>
            <a:endParaRPr b="1">
              <a:solidFill>
                <a:schemeClr val="lt1"/>
              </a:solidFill>
              <a:latin typeface="Archivo"/>
              <a:ea typeface="Archivo"/>
              <a:cs typeface="Archivo"/>
              <a:sym typeface="Archivo"/>
            </a:endParaRPr>
          </a:p>
          <a:p>
            <a:pPr indent="-317500" lvl="0" marL="457200" rtl="0" algn="l">
              <a:lnSpc>
                <a:spcPct val="115000"/>
              </a:lnSpc>
              <a:spcBef>
                <a:spcPts val="0"/>
              </a:spcBef>
              <a:spcAft>
                <a:spcPts val="0"/>
              </a:spcAft>
              <a:buClr>
                <a:schemeClr val="lt1"/>
              </a:buClr>
              <a:buSzPts val="1400"/>
              <a:buFont typeface="Archivo"/>
              <a:buAutoNum type="arabicPeriod"/>
            </a:pPr>
            <a:r>
              <a:rPr b="1" lang="en">
                <a:solidFill>
                  <a:schemeClr val="lt1"/>
                </a:solidFill>
                <a:latin typeface="Archivo"/>
                <a:ea typeface="Archivo"/>
                <a:cs typeface="Archivo"/>
                <a:sym typeface="Archivo"/>
              </a:rPr>
              <a:t>Long Short-Term Memory (LSTM)</a:t>
            </a:r>
            <a:endParaRPr b="1">
              <a:solidFill>
                <a:schemeClr val="lt1"/>
              </a:solidFill>
              <a:latin typeface="Archivo"/>
              <a:ea typeface="Archivo"/>
              <a:cs typeface="Archivo"/>
              <a:sym typeface="Archivo"/>
            </a:endParaRPr>
          </a:p>
          <a:p>
            <a:pPr indent="0" lvl="0" marL="0" rtl="0" algn="l">
              <a:lnSpc>
                <a:spcPct val="115000"/>
              </a:lnSpc>
              <a:spcBef>
                <a:spcPts val="1200"/>
              </a:spcBef>
              <a:spcAft>
                <a:spcPts val="0"/>
              </a:spcAft>
              <a:buNone/>
            </a:pPr>
            <a:r>
              <a:rPr b="1" lang="en">
                <a:solidFill>
                  <a:schemeClr val="lt1"/>
                </a:solidFill>
                <a:latin typeface="Archivo"/>
                <a:ea typeface="Archivo"/>
                <a:cs typeface="Archivo"/>
                <a:sym typeface="Archivo"/>
              </a:rPr>
              <a:t>Metrics Evaluated:</a:t>
            </a:r>
            <a:br>
              <a:rPr b="1" lang="en">
                <a:solidFill>
                  <a:schemeClr val="lt1"/>
                </a:solidFill>
                <a:latin typeface="Archivo"/>
                <a:ea typeface="Archivo"/>
                <a:cs typeface="Archivo"/>
                <a:sym typeface="Archivo"/>
              </a:rPr>
            </a:br>
            <a:r>
              <a:rPr lang="en">
                <a:solidFill>
                  <a:schemeClr val="lt1"/>
                </a:solidFill>
                <a:latin typeface="Archivo"/>
                <a:ea typeface="Archivo"/>
                <a:cs typeface="Archivo"/>
                <a:sym typeface="Archivo"/>
              </a:rPr>
              <a:t> Accuracy, Precision, Recall, and F-score.</a:t>
            </a:r>
            <a:br>
              <a:rPr lang="en">
                <a:solidFill>
                  <a:schemeClr val="lt1"/>
                </a:solidFill>
                <a:latin typeface="Archivo"/>
                <a:ea typeface="Archivo"/>
                <a:cs typeface="Archivo"/>
                <a:sym typeface="Archivo"/>
              </a:rPr>
            </a:br>
            <a:endParaRPr>
              <a:solidFill>
                <a:schemeClr val="lt1"/>
              </a:solidFill>
              <a:latin typeface="Archivo"/>
              <a:ea typeface="Archivo"/>
              <a:cs typeface="Archivo"/>
              <a:sym typeface="Archivo"/>
            </a:endParaRPr>
          </a:p>
          <a:p>
            <a:pPr indent="-228600" lvl="0" marL="457200" rtl="0" algn="just">
              <a:lnSpc>
                <a:spcPct val="150000"/>
              </a:lnSpc>
              <a:spcBef>
                <a:spcPts val="0"/>
              </a:spcBef>
              <a:spcAft>
                <a:spcPts val="0"/>
              </a:spcAft>
              <a:buNone/>
            </a:pPr>
            <a:r>
              <a:rPr b="1" lang="en">
                <a:solidFill>
                  <a:schemeClr val="lt1"/>
                </a:solidFill>
                <a:latin typeface="Archivo"/>
                <a:ea typeface="Archivo"/>
                <a:cs typeface="Archivo"/>
                <a:sym typeface="Archivo"/>
              </a:rPr>
              <a:t>Tool Used:</a:t>
            </a:r>
            <a:br>
              <a:rPr b="1" lang="en">
                <a:solidFill>
                  <a:schemeClr val="lt1"/>
                </a:solidFill>
                <a:latin typeface="Archivo"/>
                <a:ea typeface="Archivo"/>
                <a:cs typeface="Archivo"/>
                <a:sym typeface="Archivo"/>
              </a:rPr>
            </a:br>
            <a:r>
              <a:rPr lang="en">
                <a:solidFill>
                  <a:schemeClr val="lt1"/>
                </a:solidFill>
                <a:latin typeface="Archivo"/>
                <a:ea typeface="Archivo"/>
                <a:cs typeface="Archivo"/>
                <a:sym typeface="Archivo"/>
              </a:rPr>
              <a:t> The models were implemented in Python, using libraries like Scikit-learn, Keras, and TensorFlow.</a:t>
            </a:r>
            <a:endParaRPr>
              <a:solidFill>
                <a:schemeClr val="lt1"/>
              </a:solidFill>
              <a:latin typeface="Archivo"/>
              <a:ea typeface="Archivo"/>
              <a:cs typeface="Archivo"/>
              <a:sym typeface="Archivo"/>
            </a:endParaRPr>
          </a:p>
          <a:p>
            <a:pPr indent="0" lvl="0" marL="457200" rtl="0" algn="just">
              <a:lnSpc>
                <a:spcPct val="150000"/>
              </a:lnSpc>
              <a:spcBef>
                <a:spcPts val="0"/>
              </a:spcBef>
              <a:spcAft>
                <a:spcPts val="0"/>
              </a:spcAft>
              <a:buNone/>
            </a:pPr>
            <a:r>
              <a:t/>
            </a:r>
            <a:endParaRPr>
              <a:solidFill>
                <a:schemeClr val="lt1"/>
              </a:solidFill>
              <a:latin typeface="Archivo"/>
              <a:ea typeface="Archivo"/>
              <a:cs typeface="Archivo"/>
              <a:sym typeface="Archiv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8"/>
          <p:cNvSpPr txBox="1"/>
          <p:nvPr>
            <p:ph type="title"/>
          </p:nvPr>
        </p:nvSpPr>
        <p:spPr>
          <a:xfrm>
            <a:off x="409800" y="2743200"/>
            <a:ext cx="5648100" cy="2400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6</a:t>
            </a:r>
            <a:endParaRPr/>
          </a:p>
        </p:txBody>
      </p:sp>
      <p:sp>
        <p:nvSpPr>
          <p:cNvPr id="447" name="Google Shape;447;p58"/>
          <p:cNvSpPr txBox="1"/>
          <p:nvPr>
            <p:ph idx="1" type="subTitle"/>
          </p:nvPr>
        </p:nvSpPr>
        <p:spPr>
          <a:xfrm>
            <a:off x="351400" y="314425"/>
            <a:ext cx="4283400" cy="3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Discussion</a:t>
            </a:r>
            <a:endParaRPr sz="1800"/>
          </a:p>
        </p:txBody>
      </p:sp>
      <p:sp>
        <p:nvSpPr>
          <p:cNvPr id="448" name="Google Shape;448;p58"/>
          <p:cNvSpPr/>
          <p:nvPr/>
        </p:nvSpPr>
        <p:spPr>
          <a:xfrm>
            <a:off x="6682450" y="239750"/>
            <a:ext cx="1524900" cy="46803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52" name="Shape 452"/>
        <p:cNvGrpSpPr/>
        <p:nvPr/>
      </p:nvGrpSpPr>
      <p:grpSpPr>
        <a:xfrm>
          <a:off x="0" y="0"/>
          <a:ext cx="0" cy="0"/>
          <a:chOff x="0" y="0"/>
          <a:chExt cx="0" cy="0"/>
        </a:xfrm>
      </p:grpSpPr>
      <p:sp>
        <p:nvSpPr>
          <p:cNvPr id="453" name="Google Shape;453;p59"/>
          <p:cNvSpPr txBox="1"/>
          <p:nvPr/>
        </p:nvSpPr>
        <p:spPr>
          <a:xfrm>
            <a:off x="411900" y="1120925"/>
            <a:ext cx="8389800" cy="362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chemeClr val="dk1"/>
              </a:solidFill>
              <a:latin typeface="Archivo"/>
              <a:ea typeface="Archivo"/>
              <a:cs typeface="Archivo"/>
              <a:sym typeface="Archivo"/>
            </a:endParaRPr>
          </a:p>
        </p:txBody>
      </p:sp>
      <p:sp>
        <p:nvSpPr>
          <p:cNvPr id="454" name="Google Shape;454;p59"/>
          <p:cNvSpPr/>
          <p:nvPr/>
        </p:nvSpPr>
        <p:spPr>
          <a:xfrm>
            <a:off x="228600" y="157800"/>
            <a:ext cx="8686800" cy="4762200"/>
          </a:xfrm>
          <a:prstGeom prst="roundRect">
            <a:avLst>
              <a:gd fmla="val 3438" name="adj"/>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just">
              <a:lnSpc>
                <a:spcPct val="150000"/>
              </a:lnSpc>
              <a:spcBef>
                <a:spcPts val="0"/>
              </a:spcBef>
              <a:spcAft>
                <a:spcPts val="0"/>
              </a:spcAft>
              <a:buNone/>
            </a:pPr>
            <a:r>
              <a:rPr b="1" lang="en">
                <a:solidFill>
                  <a:schemeClr val="lt1"/>
                </a:solidFill>
                <a:latin typeface="Archivo"/>
                <a:ea typeface="Archivo"/>
                <a:cs typeface="Archivo"/>
                <a:sym typeface="Archivo"/>
              </a:rPr>
              <a:t>Performance Comparison:</a:t>
            </a:r>
            <a:endParaRPr b="1">
              <a:solidFill>
                <a:schemeClr val="lt1"/>
              </a:solidFill>
              <a:latin typeface="Archivo"/>
              <a:ea typeface="Archivo"/>
              <a:cs typeface="Archivo"/>
              <a:sym typeface="Archivo"/>
            </a:endParaRPr>
          </a:p>
          <a:p>
            <a:pPr indent="-317500" lvl="0" marL="457200" rtl="0" algn="l">
              <a:lnSpc>
                <a:spcPct val="115000"/>
              </a:lnSpc>
              <a:spcBef>
                <a:spcPts val="1200"/>
              </a:spcBef>
              <a:spcAft>
                <a:spcPts val="0"/>
              </a:spcAft>
              <a:buClr>
                <a:schemeClr val="lt1"/>
              </a:buClr>
              <a:buSzPts val="1400"/>
              <a:buChar char="●"/>
            </a:pPr>
            <a:r>
              <a:rPr b="1" lang="en">
                <a:solidFill>
                  <a:schemeClr val="lt1"/>
                </a:solidFill>
                <a:latin typeface="Archivo"/>
                <a:ea typeface="Archivo"/>
                <a:cs typeface="Archivo"/>
                <a:sym typeface="Archivo"/>
              </a:rPr>
              <a:t>Random Forest:</a:t>
            </a:r>
            <a:r>
              <a:rPr lang="en">
                <a:solidFill>
                  <a:schemeClr val="lt1"/>
                </a:solidFill>
                <a:latin typeface="Archivo"/>
                <a:ea typeface="Archivo"/>
                <a:cs typeface="Archivo"/>
                <a:sym typeface="Archivo"/>
              </a:rPr>
              <a:t> Good accuracy and speed, but sometimes lacks in precision.</a:t>
            </a:r>
            <a:br>
              <a:rPr lang="en">
                <a:solidFill>
                  <a:schemeClr val="lt1"/>
                </a:solidFill>
                <a:latin typeface="Archivo"/>
                <a:ea typeface="Archivo"/>
                <a:cs typeface="Archivo"/>
                <a:sym typeface="Archivo"/>
              </a:rPr>
            </a:br>
            <a:endParaRPr>
              <a:solidFill>
                <a:schemeClr val="lt1"/>
              </a:solidFill>
              <a:latin typeface="Archivo"/>
              <a:ea typeface="Archivo"/>
              <a:cs typeface="Archivo"/>
              <a:sym typeface="Archivo"/>
            </a:endParaRPr>
          </a:p>
          <a:p>
            <a:pPr indent="-317500" lvl="0" marL="457200" rtl="0" algn="l">
              <a:lnSpc>
                <a:spcPct val="115000"/>
              </a:lnSpc>
              <a:spcBef>
                <a:spcPts val="0"/>
              </a:spcBef>
              <a:spcAft>
                <a:spcPts val="0"/>
              </a:spcAft>
              <a:buClr>
                <a:schemeClr val="lt1"/>
              </a:buClr>
              <a:buSzPts val="1400"/>
              <a:buChar char="●"/>
            </a:pPr>
            <a:r>
              <a:rPr b="1" lang="en">
                <a:solidFill>
                  <a:schemeClr val="lt1"/>
                </a:solidFill>
                <a:latin typeface="Archivo"/>
                <a:ea typeface="Archivo"/>
                <a:cs typeface="Archivo"/>
                <a:sym typeface="Archivo"/>
              </a:rPr>
              <a:t>SVM:</a:t>
            </a:r>
            <a:r>
              <a:rPr lang="en">
                <a:solidFill>
                  <a:schemeClr val="lt1"/>
                </a:solidFill>
                <a:latin typeface="Archivo"/>
                <a:ea typeface="Archivo"/>
                <a:cs typeface="Archivo"/>
                <a:sym typeface="Archivo"/>
              </a:rPr>
              <a:t> Excellent at handling smaller datasets with high precision.</a:t>
            </a:r>
            <a:br>
              <a:rPr lang="en">
                <a:solidFill>
                  <a:schemeClr val="lt1"/>
                </a:solidFill>
                <a:latin typeface="Archivo"/>
                <a:ea typeface="Archivo"/>
                <a:cs typeface="Archivo"/>
                <a:sym typeface="Archivo"/>
              </a:rPr>
            </a:br>
            <a:endParaRPr>
              <a:solidFill>
                <a:schemeClr val="lt1"/>
              </a:solidFill>
              <a:latin typeface="Archivo"/>
              <a:ea typeface="Archivo"/>
              <a:cs typeface="Archivo"/>
              <a:sym typeface="Archivo"/>
            </a:endParaRPr>
          </a:p>
          <a:p>
            <a:pPr indent="-317500" lvl="0" marL="457200" rtl="0" algn="l">
              <a:lnSpc>
                <a:spcPct val="115000"/>
              </a:lnSpc>
              <a:spcBef>
                <a:spcPts val="0"/>
              </a:spcBef>
              <a:spcAft>
                <a:spcPts val="0"/>
              </a:spcAft>
              <a:buClr>
                <a:schemeClr val="lt1"/>
              </a:buClr>
              <a:buSzPts val="1400"/>
              <a:buChar char="●"/>
            </a:pPr>
            <a:r>
              <a:rPr b="1" lang="en">
                <a:solidFill>
                  <a:schemeClr val="lt1"/>
                </a:solidFill>
                <a:latin typeface="Archivo"/>
                <a:ea typeface="Archivo"/>
                <a:cs typeface="Archivo"/>
                <a:sym typeface="Archivo"/>
              </a:rPr>
              <a:t>CNN2D:</a:t>
            </a:r>
            <a:r>
              <a:rPr lang="en">
                <a:solidFill>
                  <a:schemeClr val="lt1"/>
                </a:solidFill>
                <a:latin typeface="Archivo"/>
                <a:ea typeface="Archivo"/>
                <a:cs typeface="Archivo"/>
                <a:sym typeface="Archivo"/>
              </a:rPr>
              <a:t> Outperforms others in accuracy, showing strong detection capabilities for both benign and malicious packets.</a:t>
            </a:r>
            <a:br>
              <a:rPr lang="en">
                <a:solidFill>
                  <a:schemeClr val="lt1"/>
                </a:solidFill>
                <a:latin typeface="Archivo"/>
                <a:ea typeface="Archivo"/>
                <a:cs typeface="Archivo"/>
                <a:sym typeface="Archivo"/>
              </a:rPr>
            </a:br>
            <a:endParaRPr>
              <a:solidFill>
                <a:schemeClr val="lt1"/>
              </a:solidFill>
              <a:latin typeface="Archivo"/>
              <a:ea typeface="Archivo"/>
              <a:cs typeface="Archivo"/>
              <a:sym typeface="Archivo"/>
            </a:endParaRPr>
          </a:p>
          <a:p>
            <a:pPr indent="-317500" lvl="0" marL="457200" rtl="0" algn="l">
              <a:lnSpc>
                <a:spcPct val="115000"/>
              </a:lnSpc>
              <a:spcBef>
                <a:spcPts val="0"/>
              </a:spcBef>
              <a:spcAft>
                <a:spcPts val="0"/>
              </a:spcAft>
              <a:buClr>
                <a:schemeClr val="lt1"/>
              </a:buClr>
              <a:buSzPts val="1400"/>
              <a:buChar char="●"/>
            </a:pPr>
            <a:r>
              <a:rPr b="1" lang="en">
                <a:solidFill>
                  <a:schemeClr val="lt1"/>
                </a:solidFill>
                <a:latin typeface="Archivo"/>
                <a:ea typeface="Archivo"/>
                <a:cs typeface="Archivo"/>
                <a:sym typeface="Archivo"/>
              </a:rPr>
              <a:t>LSTM:</a:t>
            </a:r>
            <a:r>
              <a:rPr lang="en">
                <a:solidFill>
                  <a:schemeClr val="lt1"/>
                </a:solidFill>
                <a:latin typeface="Archivo"/>
                <a:ea typeface="Archivo"/>
                <a:cs typeface="Archivo"/>
                <a:sym typeface="Archivo"/>
              </a:rPr>
              <a:t> Effective in handling sequential data, performs well in classifying temporal patterns.</a:t>
            </a:r>
            <a:br>
              <a:rPr lang="en">
                <a:solidFill>
                  <a:schemeClr val="lt1"/>
                </a:solidFill>
                <a:latin typeface="Archivo"/>
                <a:ea typeface="Archivo"/>
                <a:cs typeface="Archivo"/>
                <a:sym typeface="Archivo"/>
              </a:rPr>
            </a:br>
            <a:endParaRPr>
              <a:solidFill>
                <a:schemeClr val="lt1"/>
              </a:solidFill>
              <a:latin typeface="Archivo"/>
              <a:ea typeface="Archivo"/>
              <a:cs typeface="Archivo"/>
              <a:sym typeface="Archivo"/>
            </a:endParaRPr>
          </a:p>
          <a:p>
            <a:pPr indent="0" lvl="0" marL="0" rtl="0" algn="l">
              <a:lnSpc>
                <a:spcPct val="115000"/>
              </a:lnSpc>
              <a:spcBef>
                <a:spcPts val="1200"/>
              </a:spcBef>
              <a:spcAft>
                <a:spcPts val="0"/>
              </a:spcAft>
              <a:buNone/>
            </a:pPr>
            <a:r>
              <a:rPr b="1" lang="en">
                <a:solidFill>
                  <a:schemeClr val="lt1"/>
                </a:solidFill>
                <a:latin typeface="Archivo"/>
                <a:ea typeface="Archivo"/>
                <a:cs typeface="Archivo"/>
                <a:sym typeface="Archivo"/>
              </a:rPr>
              <a:t>Final Conclusion:</a:t>
            </a:r>
            <a:br>
              <a:rPr b="1" lang="en">
                <a:solidFill>
                  <a:schemeClr val="lt1"/>
                </a:solidFill>
                <a:latin typeface="Archivo"/>
                <a:ea typeface="Archivo"/>
                <a:cs typeface="Archivo"/>
                <a:sym typeface="Archivo"/>
              </a:rPr>
            </a:br>
            <a:r>
              <a:rPr lang="en">
                <a:solidFill>
                  <a:schemeClr val="lt1"/>
                </a:solidFill>
                <a:latin typeface="Archivo"/>
                <a:ea typeface="Archivo"/>
                <a:cs typeface="Archivo"/>
                <a:sym typeface="Archivo"/>
              </a:rPr>
              <a:t> The CNN2D model provides the best performance, showing the highest accuracy in detecting malicious traffic.</a:t>
            </a:r>
            <a:endParaRPr>
              <a:solidFill>
                <a:schemeClr val="lt1"/>
              </a:solidFill>
              <a:latin typeface="Archivo"/>
              <a:ea typeface="Archivo"/>
              <a:cs typeface="Archivo"/>
              <a:sym typeface="Archivo"/>
            </a:endParaRPr>
          </a:p>
          <a:p>
            <a:pPr indent="0" lvl="0" marL="457200" rtl="0" algn="just">
              <a:lnSpc>
                <a:spcPct val="150000"/>
              </a:lnSpc>
              <a:spcBef>
                <a:spcPts val="0"/>
              </a:spcBef>
              <a:spcAft>
                <a:spcPts val="0"/>
              </a:spcAft>
              <a:buNone/>
            </a:pPr>
            <a:r>
              <a:t/>
            </a:r>
            <a:endParaRPr b="1">
              <a:solidFill>
                <a:schemeClr val="lt1"/>
              </a:solidFill>
              <a:latin typeface="Archivo"/>
              <a:ea typeface="Archivo"/>
              <a:cs typeface="Archivo"/>
              <a:sym typeface="Archiv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58" name="Shape 458"/>
        <p:cNvGrpSpPr/>
        <p:nvPr/>
      </p:nvGrpSpPr>
      <p:grpSpPr>
        <a:xfrm>
          <a:off x="0" y="0"/>
          <a:ext cx="0" cy="0"/>
          <a:chOff x="0" y="0"/>
          <a:chExt cx="0" cy="0"/>
        </a:xfrm>
      </p:grpSpPr>
      <p:sp>
        <p:nvSpPr>
          <p:cNvPr id="459" name="Google Shape;459;p60"/>
          <p:cNvSpPr txBox="1"/>
          <p:nvPr/>
        </p:nvSpPr>
        <p:spPr>
          <a:xfrm>
            <a:off x="411900" y="1120925"/>
            <a:ext cx="8389800" cy="362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chemeClr val="dk1"/>
              </a:solidFill>
              <a:latin typeface="Archivo"/>
              <a:ea typeface="Archivo"/>
              <a:cs typeface="Archivo"/>
              <a:sym typeface="Archivo"/>
            </a:endParaRPr>
          </a:p>
        </p:txBody>
      </p:sp>
      <p:pic>
        <p:nvPicPr>
          <p:cNvPr id="460" name="Google Shape;460;p60"/>
          <p:cNvPicPr preferRelativeResize="0"/>
          <p:nvPr/>
        </p:nvPicPr>
        <p:blipFill>
          <a:blip r:embed="rId3">
            <a:alphaModFix/>
          </a:blip>
          <a:stretch>
            <a:fillRect/>
          </a:stretch>
        </p:blipFill>
        <p:spPr>
          <a:xfrm>
            <a:off x="0" y="1118203"/>
            <a:ext cx="9143999" cy="290709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1"/>
          <p:cNvSpPr txBox="1"/>
          <p:nvPr>
            <p:ph type="title"/>
          </p:nvPr>
        </p:nvSpPr>
        <p:spPr>
          <a:xfrm>
            <a:off x="409800" y="2743200"/>
            <a:ext cx="5648100" cy="2400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7</a:t>
            </a:r>
            <a:endParaRPr/>
          </a:p>
        </p:txBody>
      </p:sp>
      <p:sp>
        <p:nvSpPr>
          <p:cNvPr id="466" name="Google Shape;466;p61"/>
          <p:cNvSpPr txBox="1"/>
          <p:nvPr>
            <p:ph idx="1" type="subTitle"/>
          </p:nvPr>
        </p:nvSpPr>
        <p:spPr>
          <a:xfrm>
            <a:off x="351400" y="314425"/>
            <a:ext cx="4283400" cy="3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Pros and Cons</a:t>
            </a:r>
            <a:endParaRPr sz="1800"/>
          </a:p>
        </p:txBody>
      </p:sp>
      <p:sp>
        <p:nvSpPr>
          <p:cNvPr id="467" name="Google Shape;467;p61"/>
          <p:cNvSpPr/>
          <p:nvPr/>
        </p:nvSpPr>
        <p:spPr>
          <a:xfrm>
            <a:off x="6682450" y="239750"/>
            <a:ext cx="1524900" cy="46803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71" name="Shape 471"/>
        <p:cNvGrpSpPr/>
        <p:nvPr/>
      </p:nvGrpSpPr>
      <p:grpSpPr>
        <a:xfrm>
          <a:off x="0" y="0"/>
          <a:ext cx="0" cy="0"/>
          <a:chOff x="0" y="0"/>
          <a:chExt cx="0" cy="0"/>
        </a:xfrm>
      </p:grpSpPr>
      <p:sp>
        <p:nvSpPr>
          <p:cNvPr id="472" name="Google Shape;472;p62"/>
          <p:cNvSpPr txBox="1"/>
          <p:nvPr/>
        </p:nvSpPr>
        <p:spPr>
          <a:xfrm>
            <a:off x="411900" y="1120925"/>
            <a:ext cx="8389800" cy="362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chemeClr val="dk1"/>
              </a:solidFill>
              <a:latin typeface="Archivo"/>
              <a:ea typeface="Archivo"/>
              <a:cs typeface="Archivo"/>
              <a:sym typeface="Archivo"/>
            </a:endParaRPr>
          </a:p>
        </p:txBody>
      </p:sp>
      <p:sp>
        <p:nvSpPr>
          <p:cNvPr id="473" name="Google Shape;473;p62"/>
          <p:cNvSpPr/>
          <p:nvPr/>
        </p:nvSpPr>
        <p:spPr>
          <a:xfrm>
            <a:off x="228600" y="1038950"/>
            <a:ext cx="8686800" cy="3881100"/>
          </a:xfrm>
          <a:prstGeom prst="roundRect">
            <a:avLst>
              <a:gd fmla="val 3438" name="adj"/>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323850" lvl="0" marL="457200" rtl="0" algn="just">
              <a:lnSpc>
                <a:spcPct val="150000"/>
              </a:lnSpc>
              <a:spcBef>
                <a:spcPts val="0"/>
              </a:spcBef>
              <a:spcAft>
                <a:spcPts val="0"/>
              </a:spcAft>
              <a:buSzPts val="1500"/>
              <a:buFont typeface="Archivo"/>
              <a:buChar char="●"/>
            </a:pPr>
            <a:r>
              <a:rPr lang="en" sz="1500">
                <a:latin typeface="Archivo"/>
                <a:ea typeface="Archivo"/>
                <a:cs typeface="Archivo"/>
                <a:sym typeface="Archivo"/>
              </a:rPr>
              <a:t>Improved Security: Identifies and blocks IoT-based cyber intrusions.</a:t>
            </a:r>
            <a:endParaRPr sz="1500">
              <a:latin typeface="Archivo"/>
              <a:ea typeface="Archivo"/>
              <a:cs typeface="Archivo"/>
              <a:sym typeface="Archivo"/>
            </a:endParaRPr>
          </a:p>
          <a:p>
            <a:pPr indent="-323850" lvl="0" marL="457200" rtl="0" algn="just">
              <a:lnSpc>
                <a:spcPct val="150000"/>
              </a:lnSpc>
              <a:spcBef>
                <a:spcPts val="0"/>
              </a:spcBef>
              <a:spcAft>
                <a:spcPts val="0"/>
              </a:spcAft>
              <a:buSzPts val="1500"/>
              <a:buFont typeface="Archivo"/>
              <a:buChar char="●"/>
            </a:pPr>
            <a:r>
              <a:rPr lang="en" sz="1500">
                <a:latin typeface="Archivo"/>
                <a:ea typeface="Archivo"/>
                <a:cs typeface="Archivo"/>
                <a:sym typeface="Archivo"/>
              </a:rPr>
              <a:t>High Accuracy: CNN-2D shows higher accuracy than other ML models.</a:t>
            </a:r>
            <a:endParaRPr sz="1500">
              <a:latin typeface="Archivo"/>
              <a:ea typeface="Archivo"/>
              <a:cs typeface="Archivo"/>
              <a:sym typeface="Archivo"/>
            </a:endParaRPr>
          </a:p>
          <a:p>
            <a:pPr indent="-323850" lvl="0" marL="457200" rtl="0" algn="just">
              <a:lnSpc>
                <a:spcPct val="150000"/>
              </a:lnSpc>
              <a:spcBef>
                <a:spcPts val="0"/>
              </a:spcBef>
              <a:spcAft>
                <a:spcPts val="0"/>
              </a:spcAft>
              <a:buSzPts val="1500"/>
              <a:buFont typeface="Archivo"/>
              <a:buChar char="●"/>
            </a:pPr>
            <a:r>
              <a:rPr lang="en" sz="1500">
                <a:latin typeface="Archivo"/>
                <a:ea typeface="Archivo"/>
                <a:cs typeface="Archivo"/>
                <a:sym typeface="Archivo"/>
              </a:rPr>
              <a:t>Automatic Detection: The IoT network traffic does not need to be manually monitored.</a:t>
            </a:r>
            <a:endParaRPr sz="1500">
              <a:latin typeface="Archivo"/>
              <a:ea typeface="Archivo"/>
              <a:cs typeface="Archivo"/>
              <a:sym typeface="Archivo"/>
            </a:endParaRPr>
          </a:p>
          <a:p>
            <a:pPr indent="-323850" lvl="0" marL="457200" rtl="0" algn="just">
              <a:lnSpc>
                <a:spcPct val="150000"/>
              </a:lnSpc>
              <a:spcBef>
                <a:spcPts val="0"/>
              </a:spcBef>
              <a:spcAft>
                <a:spcPts val="0"/>
              </a:spcAft>
              <a:buSzPts val="1500"/>
              <a:buFont typeface="Archivo"/>
              <a:buChar char="●"/>
            </a:pPr>
            <a:r>
              <a:rPr lang="en" sz="1500">
                <a:latin typeface="Archivo"/>
                <a:ea typeface="Archivo"/>
                <a:cs typeface="Archivo"/>
                <a:sym typeface="Archivo"/>
              </a:rPr>
              <a:t>Feature Optimization: MIC and PCA improve the model's efficiency and reduce computational cost.</a:t>
            </a:r>
            <a:endParaRPr sz="1500">
              <a:latin typeface="Archivo"/>
              <a:ea typeface="Archivo"/>
              <a:cs typeface="Archivo"/>
              <a:sym typeface="Archivo"/>
            </a:endParaRPr>
          </a:p>
          <a:p>
            <a:pPr indent="-323850" lvl="0" marL="457200" rtl="0" algn="just">
              <a:lnSpc>
                <a:spcPct val="150000"/>
              </a:lnSpc>
              <a:spcBef>
                <a:spcPts val="0"/>
              </a:spcBef>
              <a:spcAft>
                <a:spcPts val="0"/>
              </a:spcAft>
              <a:buSzPts val="1500"/>
              <a:buFont typeface="Archivo"/>
              <a:buChar char="●"/>
            </a:pPr>
            <a:r>
              <a:rPr lang="en" sz="1500">
                <a:latin typeface="Archivo"/>
                <a:ea typeface="Archivo"/>
                <a:cs typeface="Archivo"/>
                <a:sym typeface="Archivo"/>
              </a:rPr>
              <a:t>Scalability: This model can easily be adapted to different IoT applications other than smart homes.</a:t>
            </a:r>
            <a:endParaRPr sz="1500">
              <a:latin typeface="Archivo"/>
              <a:ea typeface="Archivo"/>
              <a:cs typeface="Archivo"/>
              <a:sym typeface="Archivo"/>
            </a:endParaRPr>
          </a:p>
        </p:txBody>
      </p:sp>
      <p:sp>
        <p:nvSpPr>
          <p:cNvPr id="474" name="Google Shape;474;p62"/>
          <p:cNvSpPr txBox="1"/>
          <p:nvPr/>
        </p:nvSpPr>
        <p:spPr>
          <a:xfrm>
            <a:off x="276600" y="220950"/>
            <a:ext cx="3000000" cy="627900"/>
          </a:xfrm>
          <a:prstGeom prst="rect">
            <a:avLst/>
          </a:prstGeom>
          <a:noFill/>
          <a:ln>
            <a:noFill/>
          </a:ln>
        </p:spPr>
        <p:txBody>
          <a:bodyPr anchorCtr="0" anchor="t" bIns="91425" lIns="91425" spcFirstLastPara="1" rIns="91425" wrap="square" tIns="91425">
            <a:spAutoFit/>
          </a:bodyPr>
          <a:lstStyle/>
          <a:p>
            <a:pPr indent="0" lvl="0" marL="0" rtl="0" algn="l">
              <a:lnSpc>
                <a:spcPct val="60000"/>
              </a:lnSpc>
              <a:spcBef>
                <a:spcPts val="0"/>
              </a:spcBef>
              <a:spcAft>
                <a:spcPts val="0"/>
              </a:spcAft>
              <a:buNone/>
            </a:pPr>
            <a:r>
              <a:rPr b="1" lang="en" sz="4800">
                <a:solidFill>
                  <a:schemeClr val="lt1"/>
                </a:solidFill>
                <a:latin typeface="Darker Grotesque"/>
                <a:ea typeface="Darker Grotesque"/>
                <a:cs typeface="Darker Grotesque"/>
                <a:sym typeface="Darker Grotesque"/>
              </a:rPr>
              <a:t>PROS</a:t>
            </a:r>
            <a:endParaRPr b="1" sz="4800">
              <a:solidFill>
                <a:schemeClr val="lt1"/>
              </a:solidFill>
              <a:latin typeface="Darker Grotesque"/>
              <a:ea typeface="Darker Grotesque"/>
              <a:cs typeface="Darker Grotesque"/>
              <a:sym typeface="Darker Grotesqu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78" name="Shape 478"/>
        <p:cNvGrpSpPr/>
        <p:nvPr/>
      </p:nvGrpSpPr>
      <p:grpSpPr>
        <a:xfrm>
          <a:off x="0" y="0"/>
          <a:ext cx="0" cy="0"/>
          <a:chOff x="0" y="0"/>
          <a:chExt cx="0" cy="0"/>
        </a:xfrm>
      </p:grpSpPr>
      <p:sp>
        <p:nvSpPr>
          <p:cNvPr id="479" name="Google Shape;479;p63"/>
          <p:cNvSpPr txBox="1"/>
          <p:nvPr/>
        </p:nvSpPr>
        <p:spPr>
          <a:xfrm>
            <a:off x="411900" y="1120925"/>
            <a:ext cx="8389800" cy="362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chemeClr val="dk1"/>
              </a:solidFill>
              <a:latin typeface="Archivo"/>
              <a:ea typeface="Archivo"/>
              <a:cs typeface="Archivo"/>
              <a:sym typeface="Archivo"/>
            </a:endParaRPr>
          </a:p>
        </p:txBody>
      </p:sp>
      <p:sp>
        <p:nvSpPr>
          <p:cNvPr id="480" name="Google Shape;480;p63"/>
          <p:cNvSpPr/>
          <p:nvPr/>
        </p:nvSpPr>
        <p:spPr>
          <a:xfrm>
            <a:off x="228600" y="987725"/>
            <a:ext cx="8686800" cy="3932100"/>
          </a:xfrm>
          <a:prstGeom prst="roundRect">
            <a:avLst>
              <a:gd fmla="val 3438" name="adj"/>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323850" lvl="0" marL="457200" rtl="0" algn="just">
              <a:lnSpc>
                <a:spcPct val="150000"/>
              </a:lnSpc>
              <a:spcBef>
                <a:spcPts val="0"/>
              </a:spcBef>
              <a:spcAft>
                <a:spcPts val="0"/>
              </a:spcAft>
              <a:buClr>
                <a:schemeClr val="lt1"/>
              </a:buClr>
              <a:buSzPts val="1500"/>
              <a:buFont typeface="Archivo"/>
              <a:buChar char="●"/>
            </a:pPr>
            <a:r>
              <a:rPr lang="en" sz="1500">
                <a:solidFill>
                  <a:schemeClr val="lt1"/>
                </a:solidFill>
                <a:latin typeface="Archivo"/>
                <a:ea typeface="Archivo"/>
                <a:cs typeface="Archivo"/>
                <a:sym typeface="Archivo"/>
              </a:rPr>
              <a:t>Computational Complexity – Deep learning models like CNN-2D require higher computational power.</a:t>
            </a:r>
            <a:endParaRPr sz="1500">
              <a:solidFill>
                <a:schemeClr val="lt1"/>
              </a:solidFill>
              <a:latin typeface="Archivo"/>
              <a:ea typeface="Archivo"/>
              <a:cs typeface="Archivo"/>
              <a:sym typeface="Archivo"/>
            </a:endParaRPr>
          </a:p>
          <a:p>
            <a:pPr indent="-323850" lvl="0" marL="457200" rtl="0" algn="just">
              <a:lnSpc>
                <a:spcPct val="150000"/>
              </a:lnSpc>
              <a:spcBef>
                <a:spcPts val="0"/>
              </a:spcBef>
              <a:spcAft>
                <a:spcPts val="0"/>
              </a:spcAft>
              <a:buClr>
                <a:schemeClr val="lt1"/>
              </a:buClr>
              <a:buSzPts val="1500"/>
              <a:buFont typeface="Archivo"/>
              <a:buChar char="●"/>
            </a:pPr>
            <a:r>
              <a:rPr lang="en" sz="1500">
                <a:solidFill>
                  <a:schemeClr val="lt1"/>
                </a:solidFill>
                <a:latin typeface="Archivo"/>
                <a:ea typeface="Archivo"/>
                <a:cs typeface="Archivo"/>
                <a:sym typeface="Archivo"/>
              </a:rPr>
              <a:t>Dependence on Labeled Data – Supervised learning requires high-quality labeled datasets.</a:t>
            </a:r>
            <a:endParaRPr sz="1500">
              <a:solidFill>
                <a:schemeClr val="lt1"/>
              </a:solidFill>
              <a:latin typeface="Archivo"/>
              <a:ea typeface="Archivo"/>
              <a:cs typeface="Archivo"/>
              <a:sym typeface="Archivo"/>
            </a:endParaRPr>
          </a:p>
          <a:p>
            <a:pPr indent="-323850" lvl="0" marL="457200" rtl="0" algn="just">
              <a:lnSpc>
                <a:spcPct val="150000"/>
              </a:lnSpc>
              <a:spcBef>
                <a:spcPts val="0"/>
              </a:spcBef>
              <a:spcAft>
                <a:spcPts val="0"/>
              </a:spcAft>
              <a:buClr>
                <a:schemeClr val="lt1"/>
              </a:buClr>
              <a:buSzPts val="1500"/>
              <a:buFont typeface="Archivo"/>
              <a:buChar char="●"/>
            </a:pPr>
            <a:r>
              <a:rPr lang="en" sz="1500">
                <a:solidFill>
                  <a:schemeClr val="lt1"/>
                </a:solidFill>
                <a:latin typeface="Archivo"/>
                <a:ea typeface="Archivo"/>
                <a:cs typeface="Archivo"/>
                <a:sym typeface="Archivo"/>
              </a:rPr>
              <a:t>False Positives – The model may classify some benign traffic as malicious, requiring further optimization.</a:t>
            </a:r>
            <a:endParaRPr sz="1500">
              <a:solidFill>
                <a:schemeClr val="lt1"/>
              </a:solidFill>
              <a:latin typeface="Archivo"/>
              <a:ea typeface="Archivo"/>
              <a:cs typeface="Archivo"/>
              <a:sym typeface="Archivo"/>
            </a:endParaRPr>
          </a:p>
          <a:p>
            <a:pPr indent="-323850" lvl="0" marL="457200" rtl="0" algn="just">
              <a:lnSpc>
                <a:spcPct val="150000"/>
              </a:lnSpc>
              <a:spcBef>
                <a:spcPts val="0"/>
              </a:spcBef>
              <a:spcAft>
                <a:spcPts val="0"/>
              </a:spcAft>
              <a:buClr>
                <a:schemeClr val="lt1"/>
              </a:buClr>
              <a:buSzPts val="1500"/>
              <a:buFont typeface="Archivo"/>
              <a:buChar char="●"/>
            </a:pPr>
            <a:r>
              <a:rPr lang="en" sz="1500">
                <a:solidFill>
                  <a:schemeClr val="lt1"/>
                </a:solidFill>
                <a:latin typeface="Archivo"/>
                <a:ea typeface="Archivo"/>
                <a:cs typeface="Archivo"/>
                <a:sym typeface="Archivo"/>
              </a:rPr>
              <a:t>Limited Generalization – The model may need retraining for new types of IoT devices and evolving cyber threats</a:t>
            </a:r>
            <a:endParaRPr sz="1500">
              <a:latin typeface="Archivo"/>
              <a:ea typeface="Archivo"/>
              <a:cs typeface="Archivo"/>
              <a:sym typeface="Archivo"/>
            </a:endParaRPr>
          </a:p>
        </p:txBody>
      </p:sp>
      <p:sp>
        <p:nvSpPr>
          <p:cNvPr id="481" name="Google Shape;481;p63"/>
          <p:cNvSpPr txBox="1"/>
          <p:nvPr/>
        </p:nvSpPr>
        <p:spPr>
          <a:xfrm>
            <a:off x="228600" y="223625"/>
            <a:ext cx="3000000" cy="627900"/>
          </a:xfrm>
          <a:prstGeom prst="rect">
            <a:avLst/>
          </a:prstGeom>
          <a:noFill/>
          <a:ln>
            <a:noFill/>
          </a:ln>
        </p:spPr>
        <p:txBody>
          <a:bodyPr anchorCtr="0" anchor="t" bIns="91425" lIns="91425" spcFirstLastPara="1" rIns="91425" wrap="square" tIns="91425">
            <a:spAutoFit/>
          </a:bodyPr>
          <a:lstStyle/>
          <a:p>
            <a:pPr indent="0" lvl="0" marL="0" rtl="0" algn="l">
              <a:lnSpc>
                <a:spcPct val="60000"/>
              </a:lnSpc>
              <a:spcBef>
                <a:spcPts val="0"/>
              </a:spcBef>
              <a:spcAft>
                <a:spcPts val="0"/>
              </a:spcAft>
              <a:buNone/>
            </a:pPr>
            <a:r>
              <a:rPr b="1" lang="en" sz="4800">
                <a:solidFill>
                  <a:schemeClr val="lt1"/>
                </a:solidFill>
                <a:latin typeface="Darker Grotesque"/>
                <a:ea typeface="Darker Grotesque"/>
                <a:cs typeface="Darker Grotesque"/>
                <a:sym typeface="Darker Grotesque"/>
              </a:rPr>
              <a:t>CONS</a:t>
            </a:r>
            <a:endParaRPr b="1" sz="4800">
              <a:solidFill>
                <a:schemeClr val="lt1"/>
              </a:solidFill>
              <a:latin typeface="Darker Grotesque"/>
              <a:ea typeface="Darker Grotesque"/>
              <a:cs typeface="Darker Grotesque"/>
              <a:sym typeface="Darker Grotesq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4"/>
          <p:cNvSpPr txBox="1"/>
          <p:nvPr>
            <p:ph type="title"/>
          </p:nvPr>
        </p:nvSpPr>
        <p:spPr>
          <a:xfrm>
            <a:off x="409800" y="2743200"/>
            <a:ext cx="5648100" cy="2400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8</a:t>
            </a:r>
            <a:endParaRPr/>
          </a:p>
        </p:txBody>
      </p:sp>
      <p:sp>
        <p:nvSpPr>
          <p:cNvPr id="487" name="Google Shape;487;p64"/>
          <p:cNvSpPr txBox="1"/>
          <p:nvPr>
            <p:ph idx="1" type="subTitle"/>
          </p:nvPr>
        </p:nvSpPr>
        <p:spPr>
          <a:xfrm>
            <a:off x="351400" y="314425"/>
            <a:ext cx="4283400" cy="3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Conclusion</a:t>
            </a:r>
            <a:endParaRPr sz="1800"/>
          </a:p>
        </p:txBody>
      </p:sp>
      <p:sp>
        <p:nvSpPr>
          <p:cNvPr id="488" name="Google Shape;488;p64"/>
          <p:cNvSpPr/>
          <p:nvPr/>
        </p:nvSpPr>
        <p:spPr>
          <a:xfrm>
            <a:off x="6682450" y="239750"/>
            <a:ext cx="1524900" cy="46803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92" name="Shape 492"/>
        <p:cNvGrpSpPr/>
        <p:nvPr/>
      </p:nvGrpSpPr>
      <p:grpSpPr>
        <a:xfrm>
          <a:off x="0" y="0"/>
          <a:ext cx="0" cy="0"/>
          <a:chOff x="0" y="0"/>
          <a:chExt cx="0" cy="0"/>
        </a:xfrm>
      </p:grpSpPr>
      <p:sp>
        <p:nvSpPr>
          <p:cNvPr id="493" name="Google Shape;493;p65"/>
          <p:cNvSpPr txBox="1"/>
          <p:nvPr/>
        </p:nvSpPr>
        <p:spPr>
          <a:xfrm>
            <a:off x="411900" y="1120925"/>
            <a:ext cx="8389800" cy="362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chemeClr val="dk1"/>
              </a:solidFill>
              <a:latin typeface="Archivo"/>
              <a:ea typeface="Archivo"/>
              <a:cs typeface="Archivo"/>
              <a:sym typeface="Archivo"/>
            </a:endParaRPr>
          </a:p>
        </p:txBody>
      </p:sp>
      <p:sp>
        <p:nvSpPr>
          <p:cNvPr id="494" name="Google Shape;494;p65"/>
          <p:cNvSpPr/>
          <p:nvPr/>
        </p:nvSpPr>
        <p:spPr>
          <a:xfrm>
            <a:off x="228600" y="987725"/>
            <a:ext cx="8686800" cy="3932100"/>
          </a:xfrm>
          <a:prstGeom prst="roundRect">
            <a:avLst>
              <a:gd fmla="val 3438" name="adj"/>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lnSpc>
                <a:spcPct val="115000"/>
              </a:lnSpc>
              <a:spcBef>
                <a:spcPts val="1200"/>
              </a:spcBef>
              <a:spcAft>
                <a:spcPts val="0"/>
              </a:spcAft>
              <a:buClr>
                <a:schemeClr val="lt1"/>
              </a:buClr>
              <a:buSzPts val="1400"/>
              <a:buChar char="●"/>
            </a:pPr>
            <a:r>
              <a:rPr b="1" lang="en">
                <a:solidFill>
                  <a:schemeClr val="lt1"/>
                </a:solidFill>
                <a:latin typeface="Archivo"/>
                <a:ea typeface="Archivo"/>
                <a:cs typeface="Archivo"/>
                <a:sym typeface="Archivo"/>
              </a:rPr>
              <a:t>Summary:</a:t>
            </a:r>
            <a:br>
              <a:rPr b="1" lang="en">
                <a:solidFill>
                  <a:schemeClr val="lt1"/>
                </a:solidFill>
                <a:latin typeface="Archivo"/>
                <a:ea typeface="Archivo"/>
                <a:cs typeface="Archivo"/>
                <a:sym typeface="Archivo"/>
              </a:rPr>
            </a:br>
            <a:r>
              <a:rPr lang="en">
                <a:solidFill>
                  <a:schemeClr val="lt1"/>
                </a:solidFill>
                <a:latin typeface="Archivo"/>
                <a:ea typeface="Archivo"/>
                <a:cs typeface="Archivo"/>
                <a:sym typeface="Archivo"/>
              </a:rPr>
              <a:t> The project developed an Intrusion Detection System (IDS) to detect malicious activity in IoT-enabled smart homes.</a:t>
            </a:r>
            <a:br>
              <a:rPr lang="en">
                <a:solidFill>
                  <a:schemeClr val="lt1"/>
                </a:solidFill>
                <a:latin typeface="Archivo"/>
                <a:ea typeface="Archivo"/>
                <a:cs typeface="Archivo"/>
                <a:sym typeface="Archivo"/>
              </a:rPr>
            </a:br>
            <a:r>
              <a:rPr lang="en">
                <a:solidFill>
                  <a:schemeClr val="lt1"/>
                </a:solidFill>
                <a:latin typeface="Archivo"/>
                <a:ea typeface="Archivo"/>
                <a:cs typeface="Archivo"/>
                <a:sym typeface="Archivo"/>
              </a:rPr>
              <a:t> Several ML and DL models were tested, with CNN2D offering the best performance.</a:t>
            </a:r>
            <a:br>
              <a:rPr lang="en">
                <a:solidFill>
                  <a:schemeClr val="lt1"/>
                </a:solidFill>
                <a:latin typeface="Archivo"/>
                <a:ea typeface="Archivo"/>
                <a:cs typeface="Archivo"/>
                <a:sym typeface="Archivo"/>
              </a:rPr>
            </a:br>
            <a:endParaRPr>
              <a:solidFill>
                <a:schemeClr val="lt1"/>
              </a:solidFill>
              <a:latin typeface="Archivo"/>
              <a:ea typeface="Archivo"/>
              <a:cs typeface="Archivo"/>
              <a:sym typeface="Archivo"/>
            </a:endParaRPr>
          </a:p>
          <a:p>
            <a:pPr indent="-317500" lvl="0" marL="457200" rtl="0" algn="l">
              <a:lnSpc>
                <a:spcPct val="115000"/>
              </a:lnSpc>
              <a:spcBef>
                <a:spcPts val="0"/>
              </a:spcBef>
              <a:spcAft>
                <a:spcPts val="0"/>
              </a:spcAft>
              <a:buClr>
                <a:schemeClr val="lt1"/>
              </a:buClr>
              <a:buSzPts val="1400"/>
              <a:buChar char="●"/>
            </a:pPr>
            <a:r>
              <a:rPr b="1" lang="en">
                <a:solidFill>
                  <a:schemeClr val="lt1"/>
                </a:solidFill>
                <a:latin typeface="Archivo"/>
                <a:ea typeface="Archivo"/>
                <a:cs typeface="Archivo"/>
                <a:sym typeface="Archivo"/>
              </a:rPr>
              <a:t>Impact:</a:t>
            </a:r>
            <a:br>
              <a:rPr b="1" lang="en">
                <a:solidFill>
                  <a:schemeClr val="lt1"/>
                </a:solidFill>
                <a:latin typeface="Archivo"/>
                <a:ea typeface="Archivo"/>
                <a:cs typeface="Archivo"/>
                <a:sym typeface="Archivo"/>
              </a:rPr>
            </a:br>
            <a:r>
              <a:rPr lang="en">
                <a:solidFill>
                  <a:schemeClr val="lt1"/>
                </a:solidFill>
                <a:latin typeface="Archivo"/>
                <a:ea typeface="Archivo"/>
                <a:cs typeface="Archivo"/>
                <a:sym typeface="Archivo"/>
              </a:rPr>
              <a:t> This solution enhances IoT security by providing an efficient and scalable method for detecting intrusions on resource-constrained devices.</a:t>
            </a:r>
            <a:br>
              <a:rPr lang="en">
                <a:solidFill>
                  <a:schemeClr val="lt1"/>
                </a:solidFill>
                <a:latin typeface="Archivo"/>
                <a:ea typeface="Archivo"/>
                <a:cs typeface="Archivo"/>
                <a:sym typeface="Archivo"/>
              </a:rPr>
            </a:br>
            <a:endParaRPr>
              <a:solidFill>
                <a:schemeClr val="lt1"/>
              </a:solidFill>
              <a:latin typeface="Archivo"/>
              <a:ea typeface="Archivo"/>
              <a:cs typeface="Archivo"/>
              <a:sym typeface="Archivo"/>
            </a:endParaRPr>
          </a:p>
          <a:p>
            <a:pPr indent="-317500" lvl="0" marL="457200" rtl="0" algn="l">
              <a:lnSpc>
                <a:spcPct val="115000"/>
              </a:lnSpc>
              <a:spcBef>
                <a:spcPts val="0"/>
              </a:spcBef>
              <a:spcAft>
                <a:spcPts val="0"/>
              </a:spcAft>
              <a:buClr>
                <a:schemeClr val="lt1"/>
              </a:buClr>
              <a:buSzPts val="1400"/>
              <a:buChar char="●"/>
            </a:pPr>
            <a:r>
              <a:rPr b="1" lang="en">
                <a:solidFill>
                  <a:schemeClr val="lt1"/>
                </a:solidFill>
                <a:latin typeface="Archivo"/>
                <a:ea typeface="Archivo"/>
                <a:cs typeface="Archivo"/>
                <a:sym typeface="Archivo"/>
              </a:rPr>
              <a:t>Future Work:</a:t>
            </a:r>
            <a:br>
              <a:rPr b="1" lang="en">
                <a:solidFill>
                  <a:schemeClr val="lt1"/>
                </a:solidFill>
                <a:latin typeface="Archivo"/>
                <a:ea typeface="Archivo"/>
                <a:cs typeface="Archivo"/>
                <a:sym typeface="Archivo"/>
              </a:rPr>
            </a:br>
            <a:r>
              <a:rPr lang="en">
                <a:solidFill>
                  <a:schemeClr val="lt1"/>
                </a:solidFill>
                <a:latin typeface="Archivo"/>
                <a:ea typeface="Archivo"/>
                <a:cs typeface="Archivo"/>
                <a:sym typeface="Archivo"/>
              </a:rPr>
              <a:t> Further work can focus on improving the model's scalability, accuracy on real-world data, and reducing false positives in detection.</a:t>
            </a:r>
            <a:br>
              <a:rPr lang="en">
                <a:solidFill>
                  <a:schemeClr val="lt1"/>
                </a:solidFill>
                <a:latin typeface="Archivo"/>
                <a:ea typeface="Archivo"/>
                <a:cs typeface="Archivo"/>
                <a:sym typeface="Archivo"/>
              </a:rPr>
            </a:br>
            <a:endParaRPr>
              <a:solidFill>
                <a:schemeClr val="lt1"/>
              </a:solidFill>
              <a:latin typeface="Archivo"/>
              <a:ea typeface="Archivo"/>
              <a:cs typeface="Archivo"/>
              <a:sym typeface="Archivo"/>
            </a:endParaRPr>
          </a:p>
        </p:txBody>
      </p:sp>
      <p:sp>
        <p:nvSpPr>
          <p:cNvPr id="495" name="Google Shape;495;p65"/>
          <p:cNvSpPr txBox="1"/>
          <p:nvPr/>
        </p:nvSpPr>
        <p:spPr>
          <a:xfrm>
            <a:off x="228600" y="223625"/>
            <a:ext cx="4558500" cy="627900"/>
          </a:xfrm>
          <a:prstGeom prst="rect">
            <a:avLst/>
          </a:prstGeom>
          <a:noFill/>
          <a:ln>
            <a:noFill/>
          </a:ln>
        </p:spPr>
        <p:txBody>
          <a:bodyPr anchorCtr="0" anchor="t" bIns="91425" lIns="91425" spcFirstLastPara="1" rIns="91425" wrap="square" tIns="91425">
            <a:spAutoFit/>
          </a:bodyPr>
          <a:lstStyle/>
          <a:p>
            <a:pPr indent="0" lvl="0" marL="0" rtl="0" algn="l">
              <a:lnSpc>
                <a:spcPct val="60000"/>
              </a:lnSpc>
              <a:spcBef>
                <a:spcPts val="0"/>
              </a:spcBef>
              <a:spcAft>
                <a:spcPts val="0"/>
              </a:spcAft>
              <a:buNone/>
            </a:pPr>
            <a:r>
              <a:rPr b="1" lang="en" sz="4800">
                <a:solidFill>
                  <a:schemeClr val="lt1"/>
                </a:solidFill>
                <a:latin typeface="Darker Grotesque"/>
                <a:ea typeface="Darker Grotesque"/>
                <a:cs typeface="Darker Grotesque"/>
                <a:sym typeface="Darker Grotesque"/>
              </a:rPr>
              <a:t>CONCLUSION</a:t>
            </a:r>
            <a:endParaRPr b="1" sz="4800">
              <a:solidFill>
                <a:schemeClr val="lt1"/>
              </a:solidFill>
              <a:latin typeface="Darker Grotesque"/>
              <a:ea typeface="Darker Grotesque"/>
              <a:cs typeface="Darker Grotesque"/>
              <a:sym typeface="Darker Grotesqu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66"/>
          <p:cNvSpPr txBox="1"/>
          <p:nvPr>
            <p:ph type="title"/>
          </p:nvPr>
        </p:nvSpPr>
        <p:spPr>
          <a:xfrm>
            <a:off x="409800" y="2743200"/>
            <a:ext cx="5648100" cy="2400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9</a:t>
            </a:r>
            <a:endParaRPr/>
          </a:p>
        </p:txBody>
      </p:sp>
      <p:sp>
        <p:nvSpPr>
          <p:cNvPr id="501" name="Google Shape;501;p66"/>
          <p:cNvSpPr txBox="1"/>
          <p:nvPr>
            <p:ph idx="1" type="subTitle"/>
          </p:nvPr>
        </p:nvSpPr>
        <p:spPr>
          <a:xfrm>
            <a:off x="351400" y="314425"/>
            <a:ext cx="4283400" cy="3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Contribution of Team Members</a:t>
            </a:r>
            <a:endParaRPr sz="1800"/>
          </a:p>
        </p:txBody>
      </p:sp>
      <p:sp>
        <p:nvSpPr>
          <p:cNvPr id="502" name="Google Shape;502;p66"/>
          <p:cNvSpPr/>
          <p:nvPr/>
        </p:nvSpPr>
        <p:spPr>
          <a:xfrm>
            <a:off x="6682450" y="239750"/>
            <a:ext cx="1524900" cy="46803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06" name="Shape 506"/>
        <p:cNvGrpSpPr/>
        <p:nvPr/>
      </p:nvGrpSpPr>
      <p:grpSpPr>
        <a:xfrm>
          <a:off x="0" y="0"/>
          <a:ext cx="0" cy="0"/>
          <a:chOff x="0" y="0"/>
          <a:chExt cx="0" cy="0"/>
        </a:xfrm>
      </p:grpSpPr>
      <p:sp>
        <p:nvSpPr>
          <p:cNvPr id="507" name="Google Shape;507;p67"/>
          <p:cNvSpPr txBox="1"/>
          <p:nvPr/>
        </p:nvSpPr>
        <p:spPr>
          <a:xfrm>
            <a:off x="411900" y="1120925"/>
            <a:ext cx="8389800" cy="362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chemeClr val="dk1"/>
              </a:solidFill>
              <a:latin typeface="Archivo"/>
              <a:ea typeface="Archivo"/>
              <a:cs typeface="Archivo"/>
              <a:sym typeface="Archivo"/>
            </a:endParaRPr>
          </a:p>
        </p:txBody>
      </p:sp>
      <p:sp>
        <p:nvSpPr>
          <p:cNvPr id="508" name="Google Shape;508;p67"/>
          <p:cNvSpPr/>
          <p:nvPr/>
        </p:nvSpPr>
        <p:spPr>
          <a:xfrm>
            <a:off x="228600" y="987725"/>
            <a:ext cx="8686800" cy="3932100"/>
          </a:xfrm>
          <a:prstGeom prst="roundRect">
            <a:avLst>
              <a:gd fmla="val 3438" name="adj"/>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1200"/>
              </a:spcBef>
              <a:spcAft>
                <a:spcPts val="0"/>
              </a:spcAft>
              <a:buNone/>
            </a:pPr>
            <a:r>
              <a:rPr lang="en" sz="1500">
                <a:solidFill>
                  <a:schemeClr val="lt1"/>
                </a:solidFill>
                <a:latin typeface="Archivo"/>
                <a:ea typeface="Archivo"/>
                <a:cs typeface="Archivo"/>
                <a:sym typeface="Archivo"/>
              </a:rPr>
              <a:t>This project was a collaborative effort, and each team member played a crucial role:</a:t>
            </a:r>
            <a:endParaRPr sz="1500">
              <a:solidFill>
                <a:schemeClr val="lt1"/>
              </a:solidFill>
              <a:latin typeface="Archivo"/>
              <a:ea typeface="Archivo"/>
              <a:cs typeface="Archivo"/>
              <a:sym typeface="Archivo"/>
            </a:endParaRPr>
          </a:p>
          <a:p>
            <a:pPr indent="-323850" lvl="0" marL="457200" rtl="0" algn="l">
              <a:lnSpc>
                <a:spcPct val="115000"/>
              </a:lnSpc>
              <a:spcBef>
                <a:spcPts val="1200"/>
              </a:spcBef>
              <a:spcAft>
                <a:spcPts val="0"/>
              </a:spcAft>
              <a:buClr>
                <a:schemeClr val="lt1"/>
              </a:buClr>
              <a:buSzPts val="1500"/>
              <a:buChar char="●"/>
            </a:pPr>
            <a:r>
              <a:rPr lang="en" sz="1500">
                <a:solidFill>
                  <a:schemeClr val="lt1"/>
                </a:solidFill>
                <a:latin typeface="Archivo"/>
                <a:ea typeface="Archivo"/>
                <a:cs typeface="Archivo"/>
                <a:sym typeface="Archivo"/>
              </a:rPr>
              <a:t>Sairam Seerapu- was responsible for implementing the MIC algorithm, shuffling and splitting the dataset, as well as the CNN model.</a:t>
            </a:r>
            <a:endParaRPr sz="1500">
              <a:solidFill>
                <a:schemeClr val="lt1"/>
              </a:solidFill>
              <a:latin typeface="Archivo"/>
              <a:ea typeface="Archivo"/>
              <a:cs typeface="Archivo"/>
              <a:sym typeface="Archivo"/>
            </a:endParaRPr>
          </a:p>
          <a:p>
            <a:pPr indent="0" lvl="0" marL="457200" rtl="0" algn="l">
              <a:lnSpc>
                <a:spcPct val="115000"/>
              </a:lnSpc>
              <a:spcBef>
                <a:spcPts val="1200"/>
              </a:spcBef>
              <a:spcAft>
                <a:spcPts val="0"/>
              </a:spcAft>
              <a:buNone/>
            </a:pPr>
            <a:r>
              <a:t/>
            </a:r>
            <a:endParaRPr sz="1500">
              <a:solidFill>
                <a:schemeClr val="lt1"/>
              </a:solidFill>
              <a:latin typeface="Archivo"/>
              <a:ea typeface="Archivo"/>
              <a:cs typeface="Archivo"/>
              <a:sym typeface="Archivo"/>
            </a:endParaRPr>
          </a:p>
          <a:p>
            <a:pPr indent="-323850" lvl="0" marL="457200" rtl="0" algn="l">
              <a:lnSpc>
                <a:spcPct val="115000"/>
              </a:lnSpc>
              <a:spcBef>
                <a:spcPts val="1200"/>
              </a:spcBef>
              <a:spcAft>
                <a:spcPts val="0"/>
              </a:spcAft>
              <a:buClr>
                <a:schemeClr val="lt1"/>
              </a:buClr>
              <a:buSzPts val="1500"/>
              <a:buChar char="●"/>
            </a:pPr>
            <a:r>
              <a:rPr lang="en" sz="1500">
                <a:solidFill>
                  <a:schemeClr val="lt1"/>
                </a:solidFill>
                <a:latin typeface="Archivo"/>
                <a:ea typeface="Archivo"/>
                <a:cs typeface="Archivo"/>
                <a:sym typeface="Archivo"/>
              </a:rPr>
              <a:t>Sai Rohit Kumar Yedla - handled the MINMAX scaling algorithm, classification metrics, and implemented the SVM algorithm.</a:t>
            </a:r>
            <a:endParaRPr sz="1500">
              <a:solidFill>
                <a:schemeClr val="lt1"/>
              </a:solidFill>
              <a:latin typeface="Archivo"/>
              <a:ea typeface="Archivo"/>
              <a:cs typeface="Archivo"/>
              <a:sym typeface="Archivo"/>
            </a:endParaRPr>
          </a:p>
          <a:p>
            <a:pPr indent="0" lvl="0" marL="457200" rtl="0" algn="l">
              <a:lnSpc>
                <a:spcPct val="115000"/>
              </a:lnSpc>
              <a:spcBef>
                <a:spcPts val="1200"/>
              </a:spcBef>
              <a:spcAft>
                <a:spcPts val="0"/>
              </a:spcAft>
              <a:buNone/>
            </a:pPr>
            <a:r>
              <a:t/>
            </a:r>
            <a:endParaRPr sz="1500">
              <a:solidFill>
                <a:schemeClr val="lt1"/>
              </a:solidFill>
              <a:latin typeface="Archivo"/>
              <a:ea typeface="Archivo"/>
              <a:cs typeface="Archivo"/>
              <a:sym typeface="Archivo"/>
            </a:endParaRPr>
          </a:p>
          <a:p>
            <a:pPr indent="-323850" lvl="0" marL="457200" rtl="0" algn="l">
              <a:lnSpc>
                <a:spcPct val="115000"/>
              </a:lnSpc>
              <a:spcBef>
                <a:spcPts val="1200"/>
              </a:spcBef>
              <a:spcAft>
                <a:spcPts val="0"/>
              </a:spcAft>
              <a:buClr>
                <a:schemeClr val="lt1"/>
              </a:buClr>
              <a:buSzPts val="1500"/>
              <a:buChar char="●"/>
            </a:pPr>
            <a:r>
              <a:rPr lang="en" sz="1500">
                <a:solidFill>
                  <a:schemeClr val="lt1"/>
                </a:solidFill>
                <a:latin typeface="Archivo"/>
                <a:ea typeface="Archivo"/>
                <a:cs typeface="Archivo"/>
                <a:sym typeface="Archivo"/>
              </a:rPr>
              <a:t>Naga Sai Shivani Datla  -  worked on the PCA algorithm, Random Forest algorithm, and LSTM model, and also contributed to the final report and presentation.</a:t>
            </a:r>
            <a:endParaRPr sz="1500">
              <a:solidFill>
                <a:schemeClr val="lt1"/>
              </a:solidFill>
              <a:latin typeface="Archivo"/>
              <a:ea typeface="Archivo"/>
              <a:cs typeface="Archivo"/>
              <a:sym typeface="Archivo"/>
            </a:endParaRPr>
          </a:p>
        </p:txBody>
      </p:sp>
      <p:sp>
        <p:nvSpPr>
          <p:cNvPr id="509" name="Google Shape;509;p67"/>
          <p:cNvSpPr txBox="1"/>
          <p:nvPr/>
        </p:nvSpPr>
        <p:spPr>
          <a:xfrm>
            <a:off x="228600" y="223625"/>
            <a:ext cx="8686800" cy="627900"/>
          </a:xfrm>
          <a:prstGeom prst="rect">
            <a:avLst/>
          </a:prstGeom>
          <a:noFill/>
          <a:ln>
            <a:noFill/>
          </a:ln>
        </p:spPr>
        <p:txBody>
          <a:bodyPr anchorCtr="0" anchor="t" bIns="91425" lIns="91425" spcFirstLastPara="1" rIns="91425" wrap="square" tIns="91425">
            <a:spAutoFit/>
          </a:bodyPr>
          <a:lstStyle/>
          <a:p>
            <a:pPr indent="0" lvl="0" marL="0" rtl="0" algn="l">
              <a:lnSpc>
                <a:spcPct val="60000"/>
              </a:lnSpc>
              <a:spcBef>
                <a:spcPts val="0"/>
              </a:spcBef>
              <a:spcAft>
                <a:spcPts val="0"/>
              </a:spcAft>
              <a:buNone/>
            </a:pPr>
            <a:r>
              <a:rPr b="1" lang="en" sz="4800">
                <a:solidFill>
                  <a:schemeClr val="lt1"/>
                </a:solidFill>
                <a:latin typeface="Darker Grotesque"/>
                <a:ea typeface="Darker Grotesque"/>
                <a:cs typeface="Darker Grotesque"/>
                <a:sym typeface="Darker Grotesque"/>
              </a:rPr>
              <a:t>Contribution of Team Members</a:t>
            </a:r>
            <a:endParaRPr b="1" sz="4800">
              <a:solidFill>
                <a:schemeClr val="lt1"/>
              </a:solidFill>
              <a:latin typeface="Darker Grotesque"/>
              <a:ea typeface="Darker Grotesque"/>
              <a:cs typeface="Darker Grotesque"/>
              <a:sym typeface="Darker Grotesqu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8"/>
          <p:cNvSpPr txBox="1"/>
          <p:nvPr>
            <p:ph type="title"/>
          </p:nvPr>
        </p:nvSpPr>
        <p:spPr>
          <a:xfrm>
            <a:off x="3086100" y="1960225"/>
            <a:ext cx="5943600" cy="2959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usiness Plan">
  <a:themeElements>
    <a:clrScheme name="Simple Light">
      <a:dk1>
        <a:srgbClr val="FFFFFF"/>
      </a:dk1>
      <a:lt1>
        <a:srgbClr val="000000"/>
      </a:lt1>
      <a:dk2>
        <a:srgbClr val="FFFFFF"/>
      </a:dk2>
      <a:lt2>
        <a:srgbClr val="ADC2AC"/>
      </a:lt2>
      <a:accent1>
        <a:srgbClr val="83AFA8"/>
      </a:accent1>
      <a:accent2>
        <a:srgbClr val="346B66"/>
      </a:accent2>
      <a:accent3>
        <a:srgbClr val="78909C"/>
      </a:accent3>
      <a:accent4>
        <a:srgbClr val="3E618F"/>
      </a:accent4>
      <a:accent5>
        <a:srgbClr val="465F59"/>
      </a:accent5>
      <a:accent6>
        <a:srgbClr val="5B7973"/>
      </a:accent6>
      <a:hlink>
        <a:srgbClr val="ADC2A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